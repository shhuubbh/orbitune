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16" r:id="rId1"/>
    <p:sldMasterId id="2147483828" r:id="rId2"/>
    <p:sldMasterId id="2147483840" r:id="rId3"/>
    <p:sldMasterId id="2147483852" r:id="rId4"/>
    <p:sldMasterId id="2147483864" r:id="rId5"/>
    <p:sldMasterId id="2147483876" r:id="rId6"/>
    <p:sldMasterId id="2147483888" r:id="rId7"/>
    <p:sldMasterId id="2147483900" r:id="rId8"/>
    <p:sldMasterId id="2147483912" r:id="rId9"/>
    <p:sldMasterId id="2147483924" r:id="rId10"/>
    <p:sldMasterId id="2147483936" r:id="rId11"/>
    <p:sldMasterId id="2147483948" r:id="rId12"/>
    <p:sldMasterId id="2147483960" r:id="rId13"/>
    <p:sldMasterId id="2147483972" r:id="rId14"/>
    <p:sldMasterId id="2147484198" r:id="rId15"/>
  </p:sldMasterIdLst>
  <p:notesMasterIdLst>
    <p:notesMasterId r:id="rId36"/>
  </p:notesMasterIdLst>
  <p:handoutMasterIdLst>
    <p:handoutMasterId r:id="rId37"/>
  </p:handoutMasterIdLst>
  <p:sldIdLst>
    <p:sldId id="384" r:id="rId16"/>
    <p:sldId id="385" r:id="rId17"/>
    <p:sldId id="386" r:id="rId18"/>
    <p:sldId id="404" r:id="rId19"/>
    <p:sldId id="405" r:id="rId20"/>
    <p:sldId id="399" r:id="rId21"/>
    <p:sldId id="388" r:id="rId22"/>
    <p:sldId id="401" r:id="rId23"/>
    <p:sldId id="403" r:id="rId24"/>
    <p:sldId id="398" r:id="rId25"/>
    <p:sldId id="390" r:id="rId26"/>
    <p:sldId id="391" r:id="rId27"/>
    <p:sldId id="407" r:id="rId28"/>
    <p:sldId id="408" r:id="rId29"/>
    <p:sldId id="409" r:id="rId30"/>
    <p:sldId id="392" r:id="rId31"/>
    <p:sldId id="393" r:id="rId32"/>
    <p:sldId id="394" r:id="rId33"/>
    <p:sldId id="395" r:id="rId34"/>
    <p:sldId id="402" r:id="rId35"/>
  </p:sldIdLst>
  <p:sldSz cx="13004800" cy="97536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1pPr>
    <a:lvl2pPr marL="4572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2pPr>
    <a:lvl3pPr marL="9144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7123"/>
    <a:srgbClr val="4AAEB6"/>
    <a:srgbClr val="B51753"/>
    <a:srgbClr val="43A0A7"/>
    <a:srgbClr val="3B8B91"/>
    <a:srgbClr val="357D83"/>
    <a:srgbClr val="3399FF"/>
    <a:srgbClr val="00006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44" autoAdjust="0"/>
  </p:normalViewPr>
  <p:slideViewPr>
    <p:cSldViewPr>
      <p:cViewPr varScale="1">
        <p:scale>
          <a:sx n="68" d="100"/>
          <a:sy n="68" d="100"/>
        </p:scale>
        <p:origin x="2058" y="72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viewProps" Target="viewProps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06731A-3E3D-4629-B2EA-BFA5EE7BA2FE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B749AD-A276-4A57-87F8-0FC2B963BA60}">
      <dgm:prSet phldrT="[Text]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YUVRAJ SINGH KUSHWAH</a:t>
          </a:r>
        </a:p>
      </dgm:t>
    </dgm:pt>
    <dgm:pt modelId="{89082B6E-CD86-4B69-88DD-055EB8A07D06}" type="parTrans" cxnId="{FB489105-34E0-4F44-8DF7-E0FA48A81538}">
      <dgm:prSet/>
      <dgm:spPr/>
      <dgm:t>
        <a:bodyPr/>
        <a:lstStyle/>
        <a:p>
          <a:endParaRPr lang="en-US"/>
        </a:p>
      </dgm:t>
    </dgm:pt>
    <dgm:pt modelId="{9EDA49FB-CEF9-4E1F-8141-3BBA78C93C8F}" type="sibTrans" cxnId="{FB489105-34E0-4F44-8DF7-E0FA48A81538}">
      <dgm:prSet/>
      <dgm:spPr/>
      <dgm:t>
        <a:bodyPr/>
        <a:lstStyle/>
        <a:p>
          <a:endParaRPr lang="en-US"/>
        </a:p>
      </dgm:t>
    </dgm:pt>
    <dgm:pt modelId="{90D0AA1F-CAB8-4C0A-8032-F56630AC4FF8}">
      <dgm:prSet phldrT="[Text]" custT="1"/>
      <dgm:spPr/>
      <dgm:t>
        <a:bodyPr/>
        <a:lstStyle/>
        <a:p>
          <a:pPr>
            <a:buFontTx/>
            <a:buNone/>
          </a:pPr>
          <a:r>
            <a:rPr lang="en-US" sz="2000" b="0" i="0" dirty="0"/>
            <a:t>👩‍💻 Team Member 1</a:t>
          </a:r>
          <a:endParaRPr lang="en-US" sz="2000" dirty="0"/>
        </a:p>
      </dgm:t>
    </dgm:pt>
    <dgm:pt modelId="{9D564091-3537-41A8-9AB7-1E7B4C560983}" type="parTrans" cxnId="{408185F3-0D78-4861-8668-07E8FB2DE0AC}">
      <dgm:prSet/>
      <dgm:spPr/>
      <dgm:t>
        <a:bodyPr/>
        <a:lstStyle/>
        <a:p>
          <a:endParaRPr lang="en-US"/>
        </a:p>
      </dgm:t>
    </dgm:pt>
    <dgm:pt modelId="{5E0DA7F3-863B-47DD-A25A-183527789081}" type="sibTrans" cxnId="{408185F3-0D78-4861-8668-07E8FB2DE0AC}">
      <dgm:prSet/>
      <dgm:spPr/>
      <dgm:t>
        <a:bodyPr/>
        <a:lstStyle/>
        <a:p>
          <a:endParaRPr lang="en-US"/>
        </a:p>
      </dgm:t>
    </dgm:pt>
    <dgm:pt modelId="{3708C26E-8FD0-44BD-AA62-5DD6471AB9E4}">
      <dgm:prSet custT="1"/>
      <dgm:spPr/>
      <dgm:t>
        <a:bodyPr/>
        <a:lstStyle/>
        <a:p>
          <a:pPr>
            <a:buClr>
              <a:schemeClr val="accent5">
                <a:lumMod val="60000"/>
                <a:lumOff val="40000"/>
              </a:schemeClr>
            </a:buClr>
            <a:buSzPct val="90000"/>
            <a:buFont typeface="Courier New" panose="02070309020205020404" pitchFamily="49" charset="0"/>
            <a:buChar char="o"/>
          </a:pPr>
          <a:r>
            <a:rPr lang="en-US" sz="2000" b="0" i="0" dirty="0"/>
            <a:t>Role: Backend &amp; AI Developer</a:t>
          </a:r>
        </a:p>
      </dgm:t>
    </dgm:pt>
    <dgm:pt modelId="{5E5E65BF-74E6-4E3A-98F8-1E050795A54D}" type="parTrans" cxnId="{A432EA5F-02BD-4301-92A3-8659BD66EC52}">
      <dgm:prSet/>
      <dgm:spPr/>
      <dgm:t>
        <a:bodyPr/>
        <a:lstStyle/>
        <a:p>
          <a:endParaRPr lang="en-US"/>
        </a:p>
      </dgm:t>
    </dgm:pt>
    <dgm:pt modelId="{D60F3696-277A-4FF6-BC5F-58A9B630230A}" type="sibTrans" cxnId="{A432EA5F-02BD-4301-92A3-8659BD66EC52}">
      <dgm:prSet/>
      <dgm:spPr/>
      <dgm:t>
        <a:bodyPr/>
        <a:lstStyle/>
        <a:p>
          <a:endParaRPr lang="en-US"/>
        </a:p>
      </dgm:t>
    </dgm:pt>
    <dgm:pt modelId="{D431BF18-A3B2-4C10-9C41-27761F4737C3}">
      <dgm:prSet custT="1"/>
      <dgm:spPr/>
      <dgm:t>
        <a:bodyPr/>
        <a:lstStyle/>
        <a:p>
          <a:pPr>
            <a:buClr>
              <a:schemeClr val="accent5">
                <a:lumMod val="60000"/>
                <a:lumOff val="40000"/>
              </a:schemeClr>
            </a:buClr>
            <a:buSzPct val="80000"/>
            <a:buFont typeface="Arial" panose="020B0604020202020204" pitchFamily="34" charset="0"/>
            <a:buChar char="•"/>
          </a:pPr>
          <a:r>
            <a:rPr lang="en-US" sz="2000" b="0" i="0" dirty="0"/>
            <a:t>🐍 Python </a:t>
          </a:r>
          <a:r>
            <a:rPr lang="en-US" sz="2000" b="0" i="0" dirty="0" err="1"/>
            <a:t>FastAPI</a:t>
          </a:r>
          <a:endParaRPr lang="en-US" sz="2000" b="0" i="0" dirty="0"/>
        </a:p>
      </dgm:t>
    </dgm:pt>
    <dgm:pt modelId="{3C594920-B865-4717-98F8-6CDEE89D0DBB}" type="parTrans" cxnId="{7E76B9C5-4C98-4EFA-9C11-0D5E782F39FF}">
      <dgm:prSet/>
      <dgm:spPr/>
      <dgm:t>
        <a:bodyPr/>
        <a:lstStyle/>
        <a:p>
          <a:endParaRPr lang="en-US"/>
        </a:p>
      </dgm:t>
    </dgm:pt>
    <dgm:pt modelId="{75D9DE27-4A20-4C95-BE1B-63F84C6BD72C}" type="sibTrans" cxnId="{7E76B9C5-4C98-4EFA-9C11-0D5E782F39FF}">
      <dgm:prSet/>
      <dgm:spPr/>
      <dgm:t>
        <a:bodyPr/>
        <a:lstStyle/>
        <a:p>
          <a:endParaRPr lang="en-US"/>
        </a:p>
      </dgm:t>
    </dgm:pt>
    <dgm:pt modelId="{C4135761-F119-4B09-B85A-B93B2A682044}">
      <dgm:prSet custT="1"/>
      <dgm:spPr/>
      <dgm:t>
        <a:bodyPr/>
        <a:lstStyle/>
        <a:p>
          <a:pPr>
            <a:buClr>
              <a:schemeClr val="accent5">
                <a:lumMod val="60000"/>
                <a:lumOff val="40000"/>
              </a:schemeClr>
            </a:buClr>
            <a:buSzPct val="80000"/>
            <a:buFont typeface="Arial" panose="020B0604020202020204" pitchFamily="34" charset="0"/>
            <a:buChar char="•"/>
          </a:pPr>
          <a:r>
            <a:rPr lang="en-US" sz="2000" b="0" i="0" dirty="0"/>
            <a:t>🤖AI/ML</a:t>
          </a:r>
        </a:p>
      </dgm:t>
    </dgm:pt>
    <dgm:pt modelId="{56767612-B646-4C2D-843D-04CDBA1A253A}" type="parTrans" cxnId="{24F8EAC1-DE73-4D2E-9ED1-EF59B746EAA0}">
      <dgm:prSet/>
      <dgm:spPr/>
      <dgm:t>
        <a:bodyPr/>
        <a:lstStyle/>
        <a:p>
          <a:endParaRPr lang="en-US"/>
        </a:p>
      </dgm:t>
    </dgm:pt>
    <dgm:pt modelId="{C6D611B0-8261-4C03-957C-4A5C5A920ABC}" type="sibTrans" cxnId="{24F8EAC1-DE73-4D2E-9ED1-EF59B746EAA0}">
      <dgm:prSet/>
      <dgm:spPr/>
      <dgm:t>
        <a:bodyPr/>
        <a:lstStyle/>
        <a:p>
          <a:endParaRPr lang="en-US"/>
        </a:p>
      </dgm:t>
    </dgm:pt>
    <dgm:pt modelId="{03D5DE2E-F8C9-4027-B4FF-E9ED1B292FFA}">
      <dgm:prSet custT="1"/>
      <dgm:spPr/>
      <dgm:t>
        <a:bodyPr/>
        <a:lstStyle/>
        <a:p>
          <a:pPr>
            <a:buClr>
              <a:schemeClr val="accent5">
                <a:lumMod val="60000"/>
                <a:lumOff val="40000"/>
              </a:schemeClr>
            </a:buClr>
            <a:buSzPct val="80000"/>
            <a:buFont typeface="Arial" panose="020B0604020202020204" pitchFamily="34" charset="0"/>
            <a:buChar char="•"/>
          </a:pPr>
          <a:r>
            <a:rPr lang="en-US" sz="2000" b="0" i="0" dirty="0"/>
            <a:t>📊 Audio Processing</a:t>
          </a:r>
        </a:p>
      </dgm:t>
    </dgm:pt>
    <dgm:pt modelId="{8A3B48A4-3597-4403-901C-BE0EE926D7BD}" type="parTrans" cxnId="{C6637F48-DAFC-47FD-9217-69DACACE0E86}">
      <dgm:prSet/>
      <dgm:spPr/>
      <dgm:t>
        <a:bodyPr/>
        <a:lstStyle/>
        <a:p>
          <a:endParaRPr lang="en-US"/>
        </a:p>
      </dgm:t>
    </dgm:pt>
    <dgm:pt modelId="{7181D77F-C145-4010-9C01-898034BE8BE9}" type="sibTrans" cxnId="{C6637F48-DAFC-47FD-9217-69DACACE0E86}">
      <dgm:prSet/>
      <dgm:spPr/>
      <dgm:t>
        <a:bodyPr/>
        <a:lstStyle/>
        <a:p>
          <a:endParaRPr lang="en-US"/>
        </a:p>
      </dgm:t>
    </dgm:pt>
    <dgm:pt modelId="{842A0D7B-736E-49B6-9205-36FEA27916FF}" type="pres">
      <dgm:prSet presAssocID="{6B06731A-3E3D-4629-B2EA-BFA5EE7BA2FE}" presName="linear" presStyleCnt="0">
        <dgm:presLayoutVars>
          <dgm:animLvl val="lvl"/>
          <dgm:resizeHandles val="exact"/>
        </dgm:presLayoutVars>
      </dgm:prSet>
      <dgm:spPr/>
    </dgm:pt>
    <dgm:pt modelId="{DE177700-0DB1-46A0-9082-6B2D8AA834E9}" type="pres">
      <dgm:prSet presAssocID="{C5B749AD-A276-4A57-87F8-0FC2B963BA60}" presName="parentText" presStyleLbl="node1" presStyleIdx="0" presStyleCnt="1" custScaleX="83686" custScaleY="70344" custLinFactY="-56211" custLinFactNeighborX="-6341" custLinFactNeighborY="-100000">
        <dgm:presLayoutVars>
          <dgm:chMax val="0"/>
          <dgm:bulletEnabled val="1"/>
        </dgm:presLayoutVars>
      </dgm:prSet>
      <dgm:spPr/>
    </dgm:pt>
    <dgm:pt modelId="{E42FCD08-A411-43C2-896A-1522246A8ED3}" type="pres">
      <dgm:prSet presAssocID="{C5B749AD-A276-4A57-87F8-0FC2B963BA60}" presName="childText" presStyleLbl="revTx" presStyleIdx="0" presStyleCnt="1" custLinFactY="-18795" custLinFactNeighborX="-23" custLinFactNeighborY="-100000">
        <dgm:presLayoutVars>
          <dgm:bulletEnabled val="1"/>
        </dgm:presLayoutVars>
      </dgm:prSet>
      <dgm:spPr/>
    </dgm:pt>
  </dgm:ptLst>
  <dgm:cxnLst>
    <dgm:cxn modelId="{FB489105-34E0-4F44-8DF7-E0FA48A81538}" srcId="{6B06731A-3E3D-4629-B2EA-BFA5EE7BA2FE}" destId="{C5B749AD-A276-4A57-87F8-0FC2B963BA60}" srcOrd="0" destOrd="0" parTransId="{89082B6E-CD86-4B69-88DD-055EB8A07D06}" sibTransId="{9EDA49FB-CEF9-4E1F-8141-3BBA78C93C8F}"/>
    <dgm:cxn modelId="{A2A8441F-E39A-4E9D-B1FA-D1DF352A16D2}" type="presOf" srcId="{6B06731A-3E3D-4629-B2EA-BFA5EE7BA2FE}" destId="{842A0D7B-736E-49B6-9205-36FEA27916FF}" srcOrd="0" destOrd="0" presId="urn:microsoft.com/office/officeart/2005/8/layout/vList2"/>
    <dgm:cxn modelId="{AF106927-AA6E-4F9A-99C8-9C0684AED548}" type="presOf" srcId="{D431BF18-A3B2-4C10-9C41-27761F4737C3}" destId="{E42FCD08-A411-43C2-896A-1522246A8ED3}" srcOrd="0" destOrd="2" presId="urn:microsoft.com/office/officeart/2005/8/layout/vList2"/>
    <dgm:cxn modelId="{A432EA5F-02BD-4301-92A3-8659BD66EC52}" srcId="{90D0AA1F-CAB8-4C0A-8032-F56630AC4FF8}" destId="{3708C26E-8FD0-44BD-AA62-5DD6471AB9E4}" srcOrd="0" destOrd="0" parTransId="{5E5E65BF-74E6-4E3A-98F8-1E050795A54D}" sibTransId="{D60F3696-277A-4FF6-BC5F-58A9B630230A}"/>
    <dgm:cxn modelId="{C6637F48-DAFC-47FD-9217-69DACACE0E86}" srcId="{3708C26E-8FD0-44BD-AA62-5DD6471AB9E4}" destId="{03D5DE2E-F8C9-4027-B4FF-E9ED1B292FFA}" srcOrd="2" destOrd="0" parTransId="{8A3B48A4-3597-4403-901C-BE0EE926D7BD}" sibTransId="{7181D77F-C145-4010-9C01-898034BE8BE9}"/>
    <dgm:cxn modelId="{4DEC2153-86F6-40A5-9819-300832C05438}" type="presOf" srcId="{C4135761-F119-4B09-B85A-B93B2A682044}" destId="{E42FCD08-A411-43C2-896A-1522246A8ED3}" srcOrd="0" destOrd="3" presId="urn:microsoft.com/office/officeart/2005/8/layout/vList2"/>
    <dgm:cxn modelId="{68EF2474-B71D-4093-BA48-AEE4F3C27D23}" type="presOf" srcId="{C5B749AD-A276-4A57-87F8-0FC2B963BA60}" destId="{DE177700-0DB1-46A0-9082-6B2D8AA834E9}" srcOrd="0" destOrd="0" presId="urn:microsoft.com/office/officeart/2005/8/layout/vList2"/>
    <dgm:cxn modelId="{24F8EAC1-DE73-4D2E-9ED1-EF59B746EAA0}" srcId="{3708C26E-8FD0-44BD-AA62-5DD6471AB9E4}" destId="{C4135761-F119-4B09-B85A-B93B2A682044}" srcOrd="1" destOrd="0" parTransId="{56767612-B646-4C2D-843D-04CDBA1A253A}" sibTransId="{C6D611B0-8261-4C03-957C-4A5C5A920ABC}"/>
    <dgm:cxn modelId="{7E76B9C5-4C98-4EFA-9C11-0D5E782F39FF}" srcId="{3708C26E-8FD0-44BD-AA62-5DD6471AB9E4}" destId="{D431BF18-A3B2-4C10-9C41-27761F4737C3}" srcOrd="0" destOrd="0" parTransId="{3C594920-B865-4717-98F8-6CDEE89D0DBB}" sibTransId="{75D9DE27-4A20-4C95-BE1B-63F84C6BD72C}"/>
    <dgm:cxn modelId="{22B9ABE1-5427-4B51-AAAF-632CE1F31683}" type="presOf" srcId="{03D5DE2E-F8C9-4027-B4FF-E9ED1B292FFA}" destId="{E42FCD08-A411-43C2-896A-1522246A8ED3}" srcOrd="0" destOrd="4" presId="urn:microsoft.com/office/officeart/2005/8/layout/vList2"/>
    <dgm:cxn modelId="{957A38E6-FD13-46F0-8ABA-B5F7121FD284}" type="presOf" srcId="{90D0AA1F-CAB8-4C0A-8032-F56630AC4FF8}" destId="{E42FCD08-A411-43C2-896A-1522246A8ED3}" srcOrd="0" destOrd="0" presId="urn:microsoft.com/office/officeart/2005/8/layout/vList2"/>
    <dgm:cxn modelId="{E25344EC-8B6E-4984-B034-AF3866E9207E}" type="presOf" srcId="{3708C26E-8FD0-44BD-AA62-5DD6471AB9E4}" destId="{E42FCD08-A411-43C2-896A-1522246A8ED3}" srcOrd="0" destOrd="1" presId="urn:microsoft.com/office/officeart/2005/8/layout/vList2"/>
    <dgm:cxn modelId="{408185F3-0D78-4861-8668-07E8FB2DE0AC}" srcId="{C5B749AD-A276-4A57-87F8-0FC2B963BA60}" destId="{90D0AA1F-CAB8-4C0A-8032-F56630AC4FF8}" srcOrd="0" destOrd="0" parTransId="{9D564091-3537-41A8-9AB7-1E7B4C560983}" sibTransId="{5E0DA7F3-863B-47DD-A25A-183527789081}"/>
    <dgm:cxn modelId="{0205BFF6-20E0-41A4-A10B-465E1976BE15}" type="presParOf" srcId="{842A0D7B-736E-49B6-9205-36FEA27916FF}" destId="{DE177700-0DB1-46A0-9082-6B2D8AA834E9}" srcOrd="0" destOrd="0" presId="urn:microsoft.com/office/officeart/2005/8/layout/vList2"/>
    <dgm:cxn modelId="{275A7F0E-BE33-4436-B8FC-051153237113}" type="presParOf" srcId="{842A0D7B-736E-49B6-9205-36FEA27916FF}" destId="{E42FCD08-A411-43C2-896A-1522246A8ED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06731A-3E3D-4629-B2EA-BFA5EE7BA2FE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B749AD-A276-4A57-87F8-0FC2B963BA60}">
      <dgm:prSet phldrT="[Text]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SUBHRO PAL</a:t>
          </a:r>
        </a:p>
      </dgm:t>
    </dgm:pt>
    <dgm:pt modelId="{89082B6E-CD86-4B69-88DD-055EB8A07D06}" type="parTrans" cxnId="{FB489105-34E0-4F44-8DF7-E0FA48A81538}">
      <dgm:prSet/>
      <dgm:spPr/>
      <dgm:t>
        <a:bodyPr/>
        <a:lstStyle/>
        <a:p>
          <a:endParaRPr lang="en-US"/>
        </a:p>
      </dgm:t>
    </dgm:pt>
    <dgm:pt modelId="{9EDA49FB-CEF9-4E1F-8141-3BBA78C93C8F}" type="sibTrans" cxnId="{FB489105-34E0-4F44-8DF7-E0FA48A81538}">
      <dgm:prSet/>
      <dgm:spPr/>
      <dgm:t>
        <a:bodyPr/>
        <a:lstStyle/>
        <a:p>
          <a:endParaRPr lang="en-US"/>
        </a:p>
      </dgm:t>
    </dgm:pt>
    <dgm:pt modelId="{90D0AA1F-CAB8-4C0A-8032-F56630AC4FF8}">
      <dgm:prSet phldrT="[Text]" custT="1"/>
      <dgm:spPr/>
      <dgm:t>
        <a:bodyPr/>
        <a:lstStyle/>
        <a:p>
          <a:pPr>
            <a:buFontTx/>
            <a:buNone/>
          </a:pPr>
          <a:r>
            <a:rPr lang="en-US" sz="2000" b="0" i="0" dirty="0"/>
            <a:t>👨‍💻 Team Member 2</a:t>
          </a:r>
          <a:endParaRPr lang="en-US" sz="2000" dirty="0"/>
        </a:p>
      </dgm:t>
    </dgm:pt>
    <dgm:pt modelId="{9D564091-3537-41A8-9AB7-1E7B4C560983}" type="parTrans" cxnId="{408185F3-0D78-4861-8668-07E8FB2DE0AC}">
      <dgm:prSet/>
      <dgm:spPr/>
      <dgm:t>
        <a:bodyPr/>
        <a:lstStyle/>
        <a:p>
          <a:endParaRPr lang="en-US"/>
        </a:p>
      </dgm:t>
    </dgm:pt>
    <dgm:pt modelId="{5E0DA7F3-863B-47DD-A25A-183527789081}" type="sibTrans" cxnId="{408185F3-0D78-4861-8668-07E8FB2DE0AC}">
      <dgm:prSet/>
      <dgm:spPr/>
      <dgm:t>
        <a:bodyPr/>
        <a:lstStyle/>
        <a:p>
          <a:endParaRPr lang="en-US"/>
        </a:p>
      </dgm:t>
    </dgm:pt>
    <dgm:pt modelId="{F2DB778E-983E-440F-A624-E48B0B2ED15C}">
      <dgm:prSet custT="1"/>
      <dgm:spPr/>
      <dgm:t>
        <a:bodyPr/>
        <a:lstStyle/>
        <a:p>
          <a:pPr>
            <a:buClr>
              <a:schemeClr val="accent5">
                <a:lumMod val="60000"/>
                <a:lumOff val="40000"/>
              </a:schemeClr>
            </a:buClr>
            <a:buSzPct val="90000"/>
            <a:buFont typeface="Courier New" panose="02070309020205020404" pitchFamily="49" charset="0"/>
            <a:buChar char="o"/>
          </a:pPr>
          <a:r>
            <a:rPr lang="en-US" sz="2000" b="0" i="0" dirty="0"/>
            <a:t>Role: Frontend Developer</a:t>
          </a:r>
        </a:p>
      </dgm:t>
    </dgm:pt>
    <dgm:pt modelId="{5A9F116E-E865-459B-8828-3ACCB89A798C}" type="parTrans" cxnId="{85EA350A-E333-46EF-A1DB-C33A8F4FB1E8}">
      <dgm:prSet/>
      <dgm:spPr/>
      <dgm:t>
        <a:bodyPr/>
        <a:lstStyle/>
        <a:p>
          <a:endParaRPr lang="en-US"/>
        </a:p>
      </dgm:t>
    </dgm:pt>
    <dgm:pt modelId="{EE8E64E0-61F8-4C01-AF1F-52C41A4F0D63}" type="sibTrans" cxnId="{85EA350A-E333-46EF-A1DB-C33A8F4FB1E8}">
      <dgm:prSet/>
      <dgm:spPr/>
      <dgm:t>
        <a:bodyPr/>
        <a:lstStyle/>
        <a:p>
          <a:endParaRPr lang="en-US"/>
        </a:p>
      </dgm:t>
    </dgm:pt>
    <dgm:pt modelId="{7A211BDC-3176-4694-921F-627254915B33}">
      <dgm:prSet custT="1"/>
      <dgm:spPr/>
      <dgm:t>
        <a:bodyPr/>
        <a:lstStyle/>
        <a:p>
          <a:pPr>
            <a:buClr>
              <a:schemeClr val="accent5">
                <a:lumMod val="60000"/>
                <a:lumOff val="40000"/>
              </a:schemeClr>
            </a:buClr>
            <a:buSzPct val="80000"/>
            <a:buFont typeface="Arial" panose="020B0604020202020204" pitchFamily="34" charset="0"/>
            <a:buChar char="•"/>
          </a:pPr>
          <a:r>
            <a:rPr lang="en-US" sz="2000" b="0" i="0" dirty="0"/>
            <a:t>🎨 React UI/UX</a:t>
          </a:r>
        </a:p>
      </dgm:t>
    </dgm:pt>
    <dgm:pt modelId="{27B8DC17-D917-40A2-94A1-464CAAED87DD}" type="parTrans" cxnId="{317A7535-F1AE-4EF9-9021-2D04741110DF}">
      <dgm:prSet/>
      <dgm:spPr/>
      <dgm:t>
        <a:bodyPr/>
        <a:lstStyle/>
        <a:p>
          <a:endParaRPr lang="en-US"/>
        </a:p>
      </dgm:t>
    </dgm:pt>
    <dgm:pt modelId="{88DABC47-45F6-47B7-BDDD-AC9DB0B5A135}" type="sibTrans" cxnId="{317A7535-F1AE-4EF9-9021-2D04741110DF}">
      <dgm:prSet/>
      <dgm:spPr/>
      <dgm:t>
        <a:bodyPr/>
        <a:lstStyle/>
        <a:p>
          <a:endParaRPr lang="en-US"/>
        </a:p>
      </dgm:t>
    </dgm:pt>
    <dgm:pt modelId="{7B4F0A07-FAB2-405B-AD07-75631DE503E9}">
      <dgm:prSet custT="1"/>
      <dgm:spPr/>
      <dgm:t>
        <a:bodyPr/>
        <a:lstStyle/>
        <a:p>
          <a:pPr>
            <a:buClr>
              <a:schemeClr val="accent5">
                <a:lumMod val="60000"/>
                <a:lumOff val="40000"/>
              </a:schemeClr>
            </a:buClr>
            <a:buSzPct val="80000"/>
            <a:buFont typeface="Arial" panose="020B0604020202020204" pitchFamily="34" charset="0"/>
            <a:buChar char="•"/>
          </a:pPr>
          <a:r>
            <a:rPr lang="en-US" sz="2000" b="0" i="0" dirty="0"/>
            <a:t>🔊 Web Audio API</a:t>
          </a:r>
        </a:p>
      </dgm:t>
    </dgm:pt>
    <dgm:pt modelId="{E2D539EB-FBCC-4567-93DB-4F01ACDE725D}" type="parTrans" cxnId="{BE615995-099F-4F06-A075-A39D7542A58A}">
      <dgm:prSet/>
      <dgm:spPr/>
      <dgm:t>
        <a:bodyPr/>
        <a:lstStyle/>
        <a:p>
          <a:endParaRPr lang="en-US"/>
        </a:p>
      </dgm:t>
    </dgm:pt>
    <dgm:pt modelId="{CFC95936-411D-461B-96B5-4176976B02AA}" type="sibTrans" cxnId="{BE615995-099F-4F06-A075-A39D7542A58A}">
      <dgm:prSet/>
      <dgm:spPr/>
      <dgm:t>
        <a:bodyPr/>
        <a:lstStyle/>
        <a:p>
          <a:endParaRPr lang="en-US"/>
        </a:p>
      </dgm:t>
    </dgm:pt>
    <dgm:pt modelId="{A9EACE7E-54BE-4F37-A967-3DE5994C9B03}">
      <dgm:prSet custT="1"/>
      <dgm:spPr/>
      <dgm:t>
        <a:bodyPr/>
        <a:lstStyle/>
        <a:p>
          <a:pPr>
            <a:buClr>
              <a:schemeClr val="accent5">
                <a:lumMod val="60000"/>
                <a:lumOff val="40000"/>
              </a:schemeClr>
            </a:buClr>
            <a:buSzPct val="80000"/>
            <a:buFont typeface="Arial" panose="020B0604020202020204" pitchFamily="34" charset="0"/>
            <a:buChar char="•"/>
          </a:pPr>
          <a:r>
            <a:rPr lang="en-US" sz="2000" b="0" i="0" dirty="0"/>
            <a:t>📱 User Interface</a:t>
          </a:r>
        </a:p>
      </dgm:t>
    </dgm:pt>
    <dgm:pt modelId="{379D1BAC-5B6A-402B-B6EE-DA0E9208221B}" type="parTrans" cxnId="{F33288A6-A9D2-4E96-BEA9-0743A24C050A}">
      <dgm:prSet/>
      <dgm:spPr/>
      <dgm:t>
        <a:bodyPr/>
        <a:lstStyle/>
        <a:p>
          <a:endParaRPr lang="en-US"/>
        </a:p>
      </dgm:t>
    </dgm:pt>
    <dgm:pt modelId="{6EC8346D-B6FE-4ED3-AF43-79FBB505C81F}" type="sibTrans" cxnId="{F33288A6-A9D2-4E96-BEA9-0743A24C050A}">
      <dgm:prSet/>
      <dgm:spPr/>
      <dgm:t>
        <a:bodyPr/>
        <a:lstStyle/>
        <a:p>
          <a:endParaRPr lang="en-US"/>
        </a:p>
      </dgm:t>
    </dgm:pt>
    <dgm:pt modelId="{842A0D7B-736E-49B6-9205-36FEA27916FF}" type="pres">
      <dgm:prSet presAssocID="{6B06731A-3E3D-4629-B2EA-BFA5EE7BA2FE}" presName="linear" presStyleCnt="0">
        <dgm:presLayoutVars>
          <dgm:animLvl val="lvl"/>
          <dgm:resizeHandles val="exact"/>
        </dgm:presLayoutVars>
      </dgm:prSet>
      <dgm:spPr/>
    </dgm:pt>
    <dgm:pt modelId="{DE177700-0DB1-46A0-9082-6B2D8AA834E9}" type="pres">
      <dgm:prSet presAssocID="{C5B749AD-A276-4A57-87F8-0FC2B963BA60}" presName="parentText" presStyleLbl="node1" presStyleIdx="0" presStyleCnt="1" custScaleX="83686" custScaleY="70344" custLinFactY="-56211" custLinFactNeighborX="-6341" custLinFactNeighborY="-100000">
        <dgm:presLayoutVars>
          <dgm:chMax val="0"/>
          <dgm:bulletEnabled val="1"/>
        </dgm:presLayoutVars>
      </dgm:prSet>
      <dgm:spPr/>
    </dgm:pt>
    <dgm:pt modelId="{E42FCD08-A411-43C2-896A-1522246A8ED3}" type="pres">
      <dgm:prSet presAssocID="{C5B749AD-A276-4A57-87F8-0FC2B963BA60}" presName="childText" presStyleLbl="revTx" presStyleIdx="0" presStyleCnt="1" custLinFactY="-15238" custLinFactNeighborX="0" custLinFactNeighborY="-100000">
        <dgm:presLayoutVars>
          <dgm:bulletEnabled val="1"/>
        </dgm:presLayoutVars>
      </dgm:prSet>
      <dgm:spPr/>
    </dgm:pt>
  </dgm:ptLst>
  <dgm:cxnLst>
    <dgm:cxn modelId="{FB489105-34E0-4F44-8DF7-E0FA48A81538}" srcId="{6B06731A-3E3D-4629-B2EA-BFA5EE7BA2FE}" destId="{C5B749AD-A276-4A57-87F8-0FC2B963BA60}" srcOrd="0" destOrd="0" parTransId="{89082B6E-CD86-4B69-88DD-055EB8A07D06}" sibTransId="{9EDA49FB-CEF9-4E1F-8141-3BBA78C93C8F}"/>
    <dgm:cxn modelId="{85EA350A-E333-46EF-A1DB-C33A8F4FB1E8}" srcId="{90D0AA1F-CAB8-4C0A-8032-F56630AC4FF8}" destId="{F2DB778E-983E-440F-A624-E48B0B2ED15C}" srcOrd="0" destOrd="0" parTransId="{5A9F116E-E865-459B-8828-3ACCB89A798C}" sibTransId="{EE8E64E0-61F8-4C01-AF1F-52C41A4F0D63}"/>
    <dgm:cxn modelId="{A2A8441F-E39A-4E9D-B1FA-D1DF352A16D2}" type="presOf" srcId="{6B06731A-3E3D-4629-B2EA-BFA5EE7BA2FE}" destId="{842A0D7B-736E-49B6-9205-36FEA27916FF}" srcOrd="0" destOrd="0" presId="urn:microsoft.com/office/officeart/2005/8/layout/vList2"/>
    <dgm:cxn modelId="{6FFCC821-9C72-4D70-8E84-B3244B48415F}" type="presOf" srcId="{F2DB778E-983E-440F-A624-E48B0B2ED15C}" destId="{E42FCD08-A411-43C2-896A-1522246A8ED3}" srcOrd="0" destOrd="1" presId="urn:microsoft.com/office/officeart/2005/8/layout/vList2"/>
    <dgm:cxn modelId="{317A7535-F1AE-4EF9-9021-2D04741110DF}" srcId="{F2DB778E-983E-440F-A624-E48B0B2ED15C}" destId="{7A211BDC-3176-4694-921F-627254915B33}" srcOrd="0" destOrd="0" parTransId="{27B8DC17-D917-40A2-94A1-464CAAED87DD}" sibTransId="{88DABC47-45F6-47B7-BDDD-AC9DB0B5A135}"/>
    <dgm:cxn modelId="{56A6893A-19BD-4575-ABDE-8B8DC5D1840D}" type="presOf" srcId="{A9EACE7E-54BE-4F37-A967-3DE5994C9B03}" destId="{E42FCD08-A411-43C2-896A-1522246A8ED3}" srcOrd="0" destOrd="4" presId="urn:microsoft.com/office/officeart/2005/8/layout/vList2"/>
    <dgm:cxn modelId="{37C66A61-A4A4-44F3-B1AD-AE95AE03A704}" type="presOf" srcId="{7A211BDC-3176-4694-921F-627254915B33}" destId="{E42FCD08-A411-43C2-896A-1522246A8ED3}" srcOrd="0" destOrd="2" presId="urn:microsoft.com/office/officeart/2005/8/layout/vList2"/>
    <dgm:cxn modelId="{5F349A53-5DC0-48F6-9BB4-EA21BC6F3376}" type="presOf" srcId="{7B4F0A07-FAB2-405B-AD07-75631DE503E9}" destId="{E42FCD08-A411-43C2-896A-1522246A8ED3}" srcOrd="0" destOrd="3" presId="urn:microsoft.com/office/officeart/2005/8/layout/vList2"/>
    <dgm:cxn modelId="{68EF2474-B71D-4093-BA48-AEE4F3C27D23}" type="presOf" srcId="{C5B749AD-A276-4A57-87F8-0FC2B963BA60}" destId="{DE177700-0DB1-46A0-9082-6B2D8AA834E9}" srcOrd="0" destOrd="0" presId="urn:microsoft.com/office/officeart/2005/8/layout/vList2"/>
    <dgm:cxn modelId="{BE615995-099F-4F06-A075-A39D7542A58A}" srcId="{F2DB778E-983E-440F-A624-E48B0B2ED15C}" destId="{7B4F0A07-FAB2-405B-AD07-75631DE503E9}" srcOrd="1" destOrd="0" parTransId="{E2D539EB-FBCC-4567-93DB-4F01ACDE725D}" sibTransId="{CFC95936-411D-461B-96B5-4176976B02AA}"/>
    <dgm:cxn modelId="{F33288A6-A9D2-4E96-BEA9-0743A24C050A}" srcId="{F2DB778E-983E-440F-A624-E48B0B2ED15C}" destId="{A9EACE7E-54BE-4F37-A967-3DE5994C9B03}" srcOrd="2" destOrd="0" parTransId="{379D1BAC-5B6A-402B-B6EE-DA0E9208221B}" sibTransId="{6EC8346D-B6FE-4ED3-AF43-79FBB505C81F}"/>
    <dgm:cxn modelId="{957A38E6-FD13-46F0-8ABA-B5F7121FD284}" type="presOf" srcId="{90D0AA1F-CAB8-4C0A-8032-F56630AC4FF8}" destId="{E42FCD08-A411-43C2-896A-1522246A8ED3}" srcOrd="0" destOrd="0" presId="urn:microsoft.com/office/officeart/2005/8/layout/vList2"/>
    <dgm:cxn modelId="{408185F3-0D78-4861-8668-07E8FB2DE0AC}" srcId="{C5B749AD-A276-4A57-87F8-0FC2B963BA60}" destId="{90D0AA1F-CAB8-4C0A-8032-F56630AC4FF8}" srcOrd="0" destOrd="0" parTransId="{9D564091-3537-41A8-9AB7-1E7B4C560983}" sibTransId="{5E0DA7F3-863B-47DD-A25A-183527789081}"/>
    <dgm:cxn modelId="{0205BFF6-20E0-41A4-A10B-465E1976BE15}" type="presParOf" srcId="{842A0D7B-736E-49B6-9205-36FEA27916FF}" destId="{DE177700-0DB1-46A0-9082-6B2D8AA834E9}" srcOrd="0" destOrd="0" presId="urn:microsoft.com/office/officeart/2005/8/layout/vList2"/>
    <dgm:cxn modelId="{275A7F0E-BE33-4436-B8FC-051153237113}" type="presParOf" srcId="{842A0D7B-736E-49B6-9205-36FEA27916FF}" destId="{E42FCD08-A411-43C2-896A-1522246A8ED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177700-0DB1-46A0-9082-6B2D8AA834E9}">
      <dsp:nvSpPr>
        <dsp:cNvPr id="0" name=""/>
        <dsp:cNvSpPr/>
      </dsp:nvSpPr>
      <dsp:spPr>
        <a:xfrm>
          <a:off x="193673" y="0"/>
          <a:ext cx="8924965" cy="1053471"/>
        </a:xfrm>
        <a:prstGeom prst="roundRect">
          <a:avLst/>
        </a:prstGeom>
        <a:solidFill>
          <a:schemeClr val="accent5">
            <a:lumMod val="20000"/>
            <a:lumOff val="80000"/>
          </a:schemeClr>
        </a:soli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brightRoom" dir="tl">
            <a:rot lat="0" lon="0" rev="8700000"/>
          </a:lightRig>
        </a:scene3d>
        <a:sp3d contourW="12700">
          <a:bevelT w="0" h="0"/>
          <a:contourClr>
            <a:schemeClr val="accent1">
              <a:hueOff val="0"/>
              <a:satOff val="0"/>
              <a:lumOff val="0"/>
              <a:alphaOff val="0"/>
              <a:shade val="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>
              <a:solidFill>
                <a:schemeClr val="tx1"/>
              </a:solidFill>
            </a:rPr>
            <a:t>YUVRAJ SINGH KUSHWAH</a:t>
          </a:r>
        </a:p>
      </dsp:txBody>
      <dsp:txXfrm>
        <a:off x="245099" y="51426"/>
        <a:ext cx="8822113" cy="950619"/>
      </dsp:txXfrm>
    </dsp:sp>
    <dsp:sp modelId="{E42FCD08-A411-43C2-896A-1522246A8ED3}">
      <dsp:nvSpPr>
        <dsp:cNvPr id="0" name=""/>
        <dsp:cNvSpPr/>
      </dsp:nvSpPr>
      <dsp:spPr>
        <a:xfrm>
          <a:off x="0" y="1189884"/>
          <a:ext cx="10664825" cy="1821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608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Tx/>
            <a:buNone/>
          </a:pPr>
          <a:r>
            <a:rPr lang="en-US" sz="2000" b="0" i="0" kern="1200" dirty="0"/>
            <a:t>👩‍💻 Team Member 1</a:t>
          </a:r>
          <a:endParaRPr lang="en-US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5">
                <a:lumMod val="60000"/>
                <a:lumOff val="40000"/>
              </a:schemeClr>
            </a:buClr>
            <a:buSzPct val="90000"/>
            <a:buFont typeface="Courier New" panose="02070309020205020404" pitchFamily="49" charset="0"/>
            <a:buChar char="o"/>
          </a:pPr>
          <a:r>
            <a:rPr lang="en-US" sz="2000" b="0" i="0" kern="1200" dirty="0"/>
            <a:t>Role: Backend &amp; AI Developer</a:t>
          </a:r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5">
                <a:lumMod val="60000"/>
                <a:lumOff val="40000"/>
              </a:schemeClr>
            </a:buClr>
            <a:buSzPct val="80000"/>
            <a:buFont typeface="Arial" panose="020B0604020202020204" pitchFamily="34" charset="0"/>
            <a:buChar char="•"/>
          </a:pPr>
          <a:r>
            <a:rPr lang="en-US" sz="2000" b="0" i="0" kern="1200" dirty="0"/>
            <a:t>🐍 Python </a:t>
          </a:r>
          <a:r>
            <a:rPr lang="en-US" sz="2000" b="0" i="0" kern="1200" dirty="0" err="1"/>
            <a:t>FastAPI</a:t>
          </a:r>
          <a:endParaRPr lang="en-US" sz="2000" b="0" i="0" kern="1200" dirty="0"/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5">
                <a:lumMod val="60000"/>
                <a:lumOff val="40000"/>
              </a:schemeClr>
            </a:buClr>
            <a:buSzPct val="80000"/>
            <a:buFont typeface="Arial" panose="020B0604020202020204" pitchFamily="34" charset="0"/>
            <a:buChar char="•"/>
          </a:pPr>
          <a:r>
            <a:rPr lang="en-US" sz="2000" b="0" i="0" kern="1200" dirty="0"/>
            <a:t>🤖AI/ML</a:t>
          </a:r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5">
                <a:lumMod val="60000"/>
                <a:lumOff val="40000"/>
              </a:schemeClr>
            </a:buClr>
            <a:buSzPct val="80000"/>
            <a:buFont typeface="Arial" panose="020B0604020202020204" pitchFamily="34" charset="0"/>
            <a:buChar char="•"/>
          </a:pPr>
          <a:r>
            <a:rPr lang="en-US" sz="2000" b="0" i="0" kern="1200" dirty="0"/>
            <a:t>📊 Audio Processing</a:t>
          </a:r>
        </a:p>
      </dsp:txBody>
      <dsp:txXfrm>
        <a:off x="0" y="1189884"/>
        <a:ext cx="10664825" cy="18216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177700-0DB1-46A0-9082-6B2D8AA834E9}">
      <dsp:nvSpPr>
        <dsp:cNvPr id="0" name=""/>
        <dsp:cNvSpPr/>
      </dsp:nvSpPr>
      <dsp:spPr>
        <a:xfrm>
          <a:off x="193673" y="0"/>
          <a:ext cx="8924965" cy="1053471"/>
        </a:xfrm>
        <a:prstGeom prst="roundRect">
          <a:avLst/>
        </a:prstGeom>
        <a:solidFill>
          <a:schemeClr val="accent5">
            <a:lumMod val="20000"/>
            <a:lumOff val="80000"/>
          </a:schemeClr>
        </a:soli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brightRoom" dir="tl">
            <a:rot lat="0" lon="0" rev="8700000"/>
          </a:lightRig>
        </a:scene3d>
        <a:sp3d contourW="12700">
          <a:bevelT w="0" h="0"/>
          <a:contourClr>
            <a:schemeClr val="accent1">
              <a:hueOff val="0"/>
              <a:satOff val="0"/>
              <a:lumOff val="0"/>
              <a:alphaOff val="0"/>
              <a:shade val="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>
              <a:solidFill>
                <a:schemeClr val="tx1"/>
              </a:solidFill>
            </a:rPr>
            <a:t>SUBHRO PAL</a:t>
          </a:r>
        </a:p>
      </dsp:txBody>
      <dsp:txXfrm>
        <a:off x="245099" y="51426"/>
        <a:ext cx="8822113" cy="950619"/>
      </dsp:txXfrm>
    </dsp:sp>
    <dsp:sp modelId="{E42FCD08-A411-43C2-896A-1522246A8ED3}">
      <dsp:nvSpPr>
        <dsp:cNvPr id="0" name=""/>
        <dsp:cNvSpPr/>
      </dsp:nvSpPr>
      <dsp:spPr>
        <a:xfrm>
          <a:off x="0" y="1254678"/>
          <a:ext cx="10664825" cy="1821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608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Tx/>
            <a:buNone/>
          </a:pPr>
          <a:r>
            <a:rPr lang="en-US" sz="2000" b="0" i="0" kern="1200" dirty="0"/>
            <a:t>👨‍💻 Team Member 2</a:t>
          </a:r>
          <a:endParaRPr lang="en-US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5">
                <a:lumMod val="60000"/>
                <a:lumOff val="40000"/>
              </a:schemeClr>
            </a:buClr>
            <a:buSzPct val="90000"/>
            <a:buFont typeface="Courier New" panose="02070309020205020404" pitchFamily="49" charset="0"/>
            <a:buChar char="o"/>
          </a:pPr>
          <a:r>
            <a:rPr lang="en-US" sz="2000" b="0" i="0" kern="1200" dirty="0"/>
            <a:t>Role: Frontend Developer</a:t>
          </a:r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5">
                <a:lumMod val="60000"/>
                <a:lumOff val="40000"/>
              </a:schemeClr>
            </a:buClr>
            <a:buSzPct val="80000"/>
            <a:buFont typeface="Arial" panose="020B0604020202020204" pitchFamily="34" charset="0"/>
            <a:buChar char="•"/>
          </a:pPr>
          <a:r>
            <a:rPr lang="en-US" sz="2000" b="0" i="0" kern="1200" dirty="0"/>
            <a:t>🎨 React UI/UX</a:t>
          </a:r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5">
                <a:lumMod val="60000"/>
                <a:lumOff val="40000"/>
              </a:schemeClr>
            </a:buClr>
            <a:buSzPct val="80000"/>
            <a:buFont typeface="Arial" panose="020B0604020202020204" pitchFamily="34" charset="0"/>
            <a:buChar char="•"/>
          </a:pPr>
          <a:r>
            <a:rPr lang="en-US" sz="2000" b="0" i="0" kern="1200" dirty="0"/>
            <a:t>🔊 Web Audio API</a:t>
          </a:r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5">
                <a:lumMod val="60000"/>
                <a:lumOff val="40000"/>
              </a:schemeClr>
            </a:buClr>
            <a:buSzPct val="80000"/>
            <a:buFont typeface="Arial" panose="020B0604020202020204" pitchFamily="34" charset="0"/>
            <a:buChar char="•"/>
          </a:pPr>
          <a:r>
            <a:rPr lang="en-US" sz="2000" b="0" i="0" kern="1200" dirty="0"/>
            <a:t>📱 User Interface</a:t>
          </a:r>
        </a:p>
      </dsp:txBody>
      <dsp:txXfrm>
        <a:off x="0" y="1254678"/>
        <a:ext cx="10664825" cy="1821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hangingPunct="1">
              <a:defRPr sz="1300"/>
            </a:lvl1pPr>
          </a:lstStyle>
          <a:p>
            <a:pPr>
              <a:defRPr/>
            </a:pPr>
            <a:r>
              <a:rPr lang="en-US"/>
              <a:t>School of Engineering &amp; Technology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28125F27-7924-4326-A585-67C5CA7233D1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C7A100DB-4E74-4FB2-8ABD-7092DA3AF2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4718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r>
              <a:rPr lang="en-US"/>
              <a:t>School of Engineering &amp; Technology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fld id="{A5EF5327-60B6-4513-A97C-1D151EB3EB98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31D0F6E7-57E6-4F82-B6DB-0B78967D4F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735173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1638300"/>
            <a:ext cx="2616200" cy="452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1638300"/>
            <a:ext cx="7696200" cy="452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321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321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0930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093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50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9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35550" y="1409700"/>
            <a:ext cx="1466850" cy="668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5000" y="1409700"/>
            <a:ext cx="4248150" cy="668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50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9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35550" y="1409700"/>
            <a:ext cx="1466850" cy="668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5000" y="1409700"/>
            <a:ext cx="4248150" cy="668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54000"/>
            <a:ext cx="2925762" cy="845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54000"/>
            <a:ext cx="8624888" cy="8458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43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724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298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310483" y="2010741"/>
            <a:ext cx="299110" cy="299110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646238" y="1912938"/>
            <a:ext cx="90487" cy="904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2037419" y="511855"/>
            <a:ext cx="10533888" cy="2093773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2037419" y="2631202"/>
            <a:ext cx="10533888" cy="2492587"/>
          </a:xfrm>
        </p:spPr>
        <p:txBody>
          <a:bodyPr tIns="0"/>
          <a:lstStyle>
            <a:lvl1pPr marL="39014" indent="0" algn="l">
              <a:buNone/>
              <a:defRPr sz="37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650230" indent="0" algn="ctr">
              <a:buNone/>
            </a:lvl2pPr>
            <a:lvl3pPr marL="1300460" indent="0" algn="ctr">
              <a:buNone/>
            </a:lvl3pPr>
            <a:lvl4pPr marL="1950690" indent="0" algn="ctr">
              <a:buNone/>
            </a:lvl4pPr>
            <a:lvl5pPr marL="2600919" indent="0" algn="ctr">
              <a:buNone/>
            </a:lvl5pPr>
            <a:lvl6pPr marL="3251149" indent="0" algn="ctr">
              <a:buNone/>
            </a:lvl6pPr>
            <a:lvl7pPr marL="3901379" indent="0" algn="ctr">
              <a:buNone/>
            </a:lvl7pPr>
            <a:lvl8pPr marL="4551609" indent="0" algn="ctr">
              <a:buNone/>
            </a:lvl8pPr>
            <a:lvl9pPr marL="5201839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B3BDEB5-21BE-4196-AA11-9092C303413C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C764944-C5B7-48D6-B1ED-F475B7EAAC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64042A7-7EE0-4F71-BA51-7A1EB736E935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E2A515E-3E39-4365-9B98-DF96612078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46438" y="0"/>
            <a:ext cx="9753600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3251200" y="0"/>
            <a:ext cx="107950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89523" y="4003067"/>
            <a:ext cx="299110" cy="299110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424238" y="3905250"/>
            <a:ext cx="92075" cy="9048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7046" y="3698240"/>
            <a:ext cx="9103360" cy="3251200"/>
          </a:xfrm>
        </p:spPr>
        <p:txBody>
          <a:bodyPr anchor="t"/>
          <a:lstStyle>
            <a:lvl1pPr algn="l">
              <a:lnSpc>
                <a:spcPts val="6400"/>
              </a:lnSpc>
              <a:buNone/>
              <a:defRPr sz="5700" b="1" cap="all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7046" y="1517227"/>
            <a:ext cx="9103360" cy="2147146"/>
          </a:xfrm>
        </p:spPr>
        <p:txBody>
          <a:bodyPr anchor="b"/>
          <a:lstStyle>
            <a:lvl1pPr marL="26009" indent="0">
              <a:lnSpc>
                <a:spcPts val="3271"/>
              </a:lnSpc>
              <a:spcBef>
                <a:spcPts val="0"/>
              </a:spcBef>
              <a:buNone/>
              <a:defRPr sz="28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747BE73-9272-4E7D-BD0B-5B5123F9D54D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9B05125-ACAC-42EB-9BF3-18B31522FE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754" y="390144"/>
            <a:ext cx="10663936" cy="1625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41754" y="2167467"/>
            <a:ext cx="5201920" cy="6632448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03770" y="2167467"/>
            <a:ext cx="5201920" cy="6632448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7B8BA07-7811-470C-A03E-FF3137DA5A6E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D6FD9E8-0C80-4830-885A-F2D3695FD3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7339145"/>
            <a:ext cx="11704320" cy="1625600"/>
          </a:xfrm>
        </p:spPr>
        <p:txBody>
          <a:bodyPr/>
          <a:lstStyle>
            <a:lvl1pPr algn="ctr">
              <a:defRPr sz="6400" b="1" cap="none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240" y="466884"/>
            <a:ext cx="5722112" cy="910336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91032" indent="0" algn="l">
              <a:lnSpc>
                <a:spcPct val="100000"/>
              </a:lnSpc>
              <a:spcBef>
                <a:spcPts val="142"/>
              </a:spcBef>
              <a:buNone/>
              <a:defRPr sz="2700" b="0">
                <a:solidFill>
                  <a:schemeClr val="tx1"/>
                </a:solidFill>
              </a:defRPr>
            </a:lvl1pPr>
            <a:lvl2pPr>
              <a:buNone/>
              <a:defRPr sz="28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32448" y="466884"/>
            <a:ext cx="5722112" cy="910336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91032" indent="0" algn="l">
              <a:lnSpc>
                <a:spcPct val="100000"/>
              </a:lnSpc>
              <a:spcBef>
                <a:spcPts val="142"/>
              </a:spcBef>
              <a:buNone/>
              <a:defRPr sz="2700" b="0">
                <a:solidFill>
                  <a:schemeClr val="tx1"/>
                </a:solidFill>
              </a:defRPr>
            </a:lvl1pPr>
            <a:lvl2pPr>
              <a:buNone/>
              <a:defRPr sz="28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50240" y="1378611"/>
            <a:ext cx="5722112" cy="585216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559198" indent="-390138">
              <a:lnSpc>
                <a:spcPct val="100000"/>
              </a:lnSpc>
              <a:spcBef>
                <a:spcPts val="996"/>
              </a:spcBef>
              <a:defRPr sz="3400"/>
            </a:lvl1pPr>
            <a:lvl2pPr>
              <a:lnSpc>
                <a:spcPct val="100000"/>
              </a:lnSpc>
              <a:spcBef>
                <a:spcPts val="996"/>
              </a:spcBef>
              <a:defRPr sz="2800"/>
            </a:lvl2pPr>
            <a:lvl3pPr>
              <a:lnSpc>
                <a:spcPct val="100000"/>
              </a:lnSpc>
              <a:spcBef>
                <a:spcPts val="996"/>
              </a:spcBef>
              <a:defRPr sz="2600"/>
            </a:lvl3pPr>
            <a:lvl4pPr>
              <a:lnSpc>
                <a:spcPct val="100000"/>
              </a:lnSpc>
              <a:spcBef>
                <a:spcPts val="996"/>
              </a:spcBef>
              <a:defRPr sz="2300"/>
            </a:lvl4pPr>
            <a:lvl5pPr>
              <a:lnSpc>
                <a:spcPct val="100000"/>
              </a:lnSpc>
              <a:spcBef>
                <a:spcPts val="996"/>
              </a:spcBef>
              <a:defRPr sz="23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2448" y="1378611"/>
            <a:ext cx="5722112" cy="585216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559198" indent="-390138">
              <a:lnSpc>
                <a:spcPct val="100000"/>
              </a:lnSpc>
              <a:spcBef>
                <a:spcPts val="996"/>
              </a:spcBef>
              <a:defRPr sz="3400"/>
            </a:lvl1pPr>
            <a:lvl2pPr>
              <a:lnSpc>
                <a:spcPct val="100000"/>
              </a:lnSpc>
              <a:spcBef>
                <a:spcPts val="996"/>
              </a:spcBef>
              <a:defRPr sz="2800"/>
            </a:lvl2pPr>
            <a:lvl3pPr>
              <a:lnSpc>
                <a:spcPct val="100000"/>
              </a:lnSpc>
              <a:spcBef>
                <a:spcPts val="996"/>
              </a:spcBef>
              <a:defRPr sz="2600"/>
            </a:lvl3pPr>
            <a:lvl4pPr>
              <a:lnSpc>
                <a:spcPct val="100000"/>
              </a:lnSpc>
              <a:spcBef>
                <a:spcPts val="996"/>
              </a:spcBef>
              <a:defRPr sz="2300"/>
            </a:lvl4pPr>
            <a:lvl5pPr>
              <a:lnSpc>
                <a:spcPct val="100000"/>
              </a:lnSpc>
              <a:spcBef>
                <a:spcPts val="996"/>
              </a:spcBef>
              <a:defRPr sz="23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FD344DF-F2D8-47D3-A1A2-F2BA0FADDC8A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5F8F286-D16D-4C14-B8C1-AEB3377F72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754" y="390144"/>
            <a:ext cx="10663936" cy="1625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989FE42-4D97-47DA-9957-FC4B88B7382D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5A1C867-080A-4421-B3AD-97329B9D26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3038" y="0"/>
            <a:ext cx="11561762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Rectangle 2"/>
          <p:cNvSpPr/>
          <p:nvPr/>
        </p:nvSpPr>
        <p:spPr bwMode="invGray">
          <a:xfrm>
            <a:off x="1443038" y="0"/>
            <a:ext cx="104775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BE39010-9E70-434F-A0A0-C5EA2E7FE0D2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55CA93D-A4F4-438E-AA12-7363D9CB7A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308307"/>
            <a:ext cx="5418667" cy="1652693"/>
          </a:xfrm>
          <a:ln>
            <a:noFill/>
          </a:ln>
        </p:spPr>
        <p:txBody>
          <a:bodyPr anchor="b"/>
          <a:lstStyle>
            <a:lvl1pPr algn="l">
              <a:lnSpc>
                <a:spcPts val="2844"/>
              </a:lnSpc>
              <a:buNone/>
              <a:defRPr sz="3100" b="1" cap="all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50240" y="2001016"/>
            <a:ext cx="5418667" cy="993422"/>
          </a:xfrm>
        </p:spPr>
        <p:txBody>
          <a:bodyPr/>
          <a:lstStyle>
            <a:lvl1pPr marL="65023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>
              <a:buNone/>
              <a:defRPr sz="1700"/>
            </a:lvl2pPr>
            <a:lvl3pPr>
              <a:buNone/>
              <a:defRPr sz="1400"/>
            </a:lvl3pPr>
            <a:lvl4pPr>
              <a:buNone/>
              <a:defRPr sz="1300"/>
            </a:lvl4pPr>
            <a:lvl5pPr>
              <a:buNone/>
              <a:defRPr sz="13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50240" y="3034454"/>
            <a:ext cx="11595947" cy="5678312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800"/>
            </a:lvl4pPr>
            <a:lvl5pPr>
              <a:defRPr sz="2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3528399-7386-45A7-8834-486F4B94D802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1526C98-457C-495A-885B-B51F77EFA8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83733" y="1517227"/>
            <a:ext cx="6502400" cy="65024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130046" tIns="390138" rIns="130046" bIns="65023">
            <a:normAutofit/>
          </a:bodyPr>
          <a:lstStyle/>
          <a:p>
            <a:pPr indent="-403143" eaLnBrk="1" hangingPunct="1">
              <a:lnSpc>
                <a:spcPts val="4267"/>
              </a:lnSpc>
              <a:spcBef>
                <a:spcPts val="853"/>
              </a:spcBef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4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lowchart: Process 5"/>
          <p:cNvSpPr/>
          <p:nvPr/>
        </p:nvSpPr>
        <p:spPr>
          <a:xfrm rot="19468671">
            <a:off x="563563" y="1357313"/>
            <a:ext cx="976312" cy="290512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Flowchart: Process 6"/>
          <p:cNvSpPr/>
          <p:nvPr/>
        </p:nvSpPr>
        <p:spPr>
          <a:xfrm rot="2103354" flipH="1">
            <a:off x="7116763" y="1331913"/>
            <a:ext cx="922337" cy="290512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2474" y="1517227"/>
            <a:ext cx="3901440" cy="2817707"/>
          </a:xfrm>
        </p:spPr>
        <p:txBody>
          <a:bodyPr anchor="b">
            <a:noAutofit/>
          </a:bodyPr>
          <a:lstStyle>
            <a:lvl1pPr algn="l">
              <a:buNone/>
              <a:defRPr sz="3000" b="1"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2107" y="1625605"/>
            <a:ext cx="6285653" cy="4998444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390138">
            <a:normAutofit/>
          </a:bodyPr>
          <a:lstStyle>
            <a:lvl1pPr marL="0" indent="0" algn="l" eaLnBrk="1" latinLnBrk="0" hangingPunct="1">
              <a:buNone/>
              <a:defRPr sz="46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2107" y="6827520"/>
            <a:ext cx="6285653" cy="1083733"/>
          </a:xfrm>
        </p:spPr>
        <p:txBody>
          <a:bodyPr anchor="ctr"/>
          <a:lstStyle>
            <a:lvl1pPr marL="0" indent="0" algn="l">
              <a:lnSpc>
                <a:spcPts val="2276"/>
              </a:lnSpc>
              <a:spcBef>
                <a:spcPts val="0"/>
              </a:spcBef>
              <a:buNone/>
              <a:defRPr sz="2000">
                <a:solidFill>
                  <a:srgbClr val="777777"/>
                </a:solidFill>
              </a:defRPr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C5DB0DE-08A5-43FF-9FCD-FB364DA9D449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0D714D2-3A5C-4C10-82C3-6BCA2647EE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395A56A-3571-4FE4-B376-55F94E1FCB76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2C08728-4636-4AE1-87CF-7D261829F0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3600" y="390598"/>
            <a:ext cx="2600960" cy="8322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90600"/>
            <a:ext cx="7911253" cy="8322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0AA1504-0073-45D4-9420-14AEEB73A9D9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580F4B8-5C48-49EB-A75F-18DE72FA2C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5029200"/>
            <a:ext cx="10464800" cy="1130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1638300"/>
            <a:ext cx="104648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1" r:id="rId1"/>
    <p:sldLayoutId id="2147484222" r:id="rId2"/>
    <p:sldLayoutId id="2147484223" r:id="rId3"/>
    <p:sldLayoutId id="2147484224" r:id="rId4"/>
    <p:sldLayoutId id="2147484225" r:id="rId5"/>
    <p:sldLayoutId id="2147484226" r:id="rId6"/>
    <p:sldLayoutId id="2147484227" r:id="rId7"/>
    <p:sldLayoutId id="2147484228" r:id="rId8"/>
    <p:sldLayoutId id="2147484229" r:id="rId9"/>
    <p:sldLayoutId id="2147484230" r:id="rId10"/>
    <p:sldLayoutId id="2147484231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2" r:id="rId1"/>
    <p:sldLayoutId id="2147484233" r:id="rId2"/>
    <p:sldLayoutId id="2147484234" r:id="rId3"/>
    <p:sldLayoutId id="2147484235" r:id="rId4"/>
    <p:sldLayoutId id="2147484236" r:id="rId5"/>
    <p:sldLayoutId id="2147484237" r:id="rId6"/>
    <p:sldLayoutId id="2147484238" r:id="rId7"/>
    <p:sldLayoutId id="2147484239" r:id="rId8"/>
    <p:sldLayoutId id="2147484240" r:id="rId9"/>
    <p:sldLayoutId id="2147484241" r:id="rId10"/>
    <p:sldLayoutId id="2147484242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38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827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27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1717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16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073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30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87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450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243" r:id="rId1"/>
    <p:sldLayoutId id="2147484244" r:id="rId2"/>
    <p:sldLayoutId id="2147484245" r:id="rId3"/>
    <p:sldLayoutId id="2147484246" r:id="rId4"/>
    <p:sldLayoutId id="2147484247" r:id="rId5"/>
    <p:sldLayoutId id="2147484248" r:id="rId6"/>
    <p:sldLayoutId id="2147484249" r:id="rId7"/>
    <p:sldLayoutId id="2147484250" r:id="rId8"/>
    <p:sldLayoutId id="2147484251" r:id="rId9"/>
    <p:sldLayoutId id="2147484252" r:id="rId10"/>
    <p:sldLayoutId id="2147484253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9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333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78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222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67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1242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1270000"/>
            <a:ext cx="10464800" cy="7213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4" r:id="rId1"/>
    <p:sldLayoutId id="2147484255" r:id="rId2"/>
    <p:sldLayoutId id="2147484256" r:id="rId3"/>
    <p:sldLayoutId id="2147484257" r:id="rId4"/>
    <p:sldLayoutId id="2147484258" r:id="rId5"/>
    <p:sldLayoutId id="2147484259" r:id="rId6"/>
    <p:sldLayoutId id="2147484260" r:id="rId7"/>
    <p:sldLayoutId id="2147484261" r:id="rId8"/>
    <p:sldLayoutId id="2147484262" r:id="rId9"/>
    <p:sldLayoutId id="2147484263" r:id="rId10"/>
    <p:sldLayoutId id="2147484264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38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827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27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1717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16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0734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306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878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450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5" r:id="rId1"/>
    <p:sldLayoutId id="2147484266" r:id="rId2"/>
    <p:sldLayoutId id="2147484267" r:id="rId3"/>
    <p:sldLayoutId id="2147484268" r:id="rId4"/>
    <p:sldLayoutId id="2147484269" r:id="rId5"/>
    <p:sldLayoutId id="2147484270" r:id="rId6"/>
    <p:sldLayoutId id="2147484271" r:id="rId7"/>
    <p:sldLayoutId id="2147484272" r:id="rId8"/>
    <p:sldLayoutId id="2147484273" r:id="rId9"/>
    <p:sldLayoutId id="2147484274" r:id="rId10"/>
    <p:sldLayoutId id="2147484275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76" r:id="rId1"/>
    <p:sldLayoutId id="2147484277" r:id="rId2"/>
    <p:sldLayoutId id="2147484278" r:id="rId3"/>
    <p:sldLayoutId id="2147484279" r:id="rId4"/>
    <p:sldLayoutId id="2147484280" r:id="rId5"/>
    <p:sldLayoutId id="2147484281" r:id="rId6"/>
    <p:sldLayoutId id="2147484282" r:id="rId7"/>
    <p:sldLayoutId id="2147484283" r:id="rId8"/>
    <p:sldLayoutId id="2147484284" r:id="rId9"/>
    <p:sldLayoutId id="2147484285" r:id="rId10"/>
    <p:sldLayoutId id="2147484286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7879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4097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87" r:id="rId1"/>
    <p:sldLayoutId id="2147484288" r:id="rId2"/>
    <p:sldLayoutId id="2147484289" r:id="rId3"/>
    <p:sldLayoutId id="2147484290" r:id="rId4"/>
    <p:sldLayoutId id="2147484291" r:id="rId5"/>
    <p:sldLayoutId id="2147484292" r:id="rId6"/>
    <p:sldLayoutId id="2147484293" r:id="rId7"/>
    <p:sldLayoutId id="2147484294" r:id="rId8"/>
    <p:sldLayoutId id="2147484295" r:id="rId9"/>
    <p:sldLayoutId id="2147484296" r:id="rId10"/>
    <p:sldLayoutId id="2147484297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7879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4097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8" r:id="rId1"/>
    <p:sldLayoutId id="2147484299" r:id="rId2"/>
    <p:sldLayoutId id="2147484300" r:id="rId3"/>
    <p:sldLayoutId id="2147484301" r:id="rId4"/>
    <p:sldLayoutId id="2147484302" r:id="rId5"/>
    <p:sldLayoutId id="2147484303" r:id="rId6"/>
    <p:sldLayoutId id="2147484304" r:id="rId7"/>
    <p:sldLayoutId id="2147484305" r:id="rId8"/>
    <p:sldLayoutId id="2147484306" r:id="rId9"/>
    <p:sldLayoutId id="2147484307" r:id="rId10"/>
    <p:sldLayoutId id="2147484308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9" r:id="rId1"/>
    <p:sldLayoutId id="2147484310" r:id="rId2"/>
    <p:sldLayoutId id="2147484311" r:id="rId3"/>
    <p:sldLayoutId id="2147484312" r:id="rId4"/>
    <p:sldLayoutId id="2147484313" r:id="rId5"/>
    <p:sldLayoutId id="2147484314" r:id="rId6"/>
    <p:sldLayoutId id="2147484315" r:id="rId7"/>
    <p:sldLayoutId id="2147484316" r:id="rId8"/>
    <p:sldLayoutId id="2147484317" r:id="rId9"/>
    <p:sldLayoutId id="2147484318" r:id="rId10"/>
    <p:sldLayoutId id="2147484319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9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333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78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222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67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1242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971800"/>
            <a:ext cx="10464800" cy="3810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20" r:id="rId1"/>
    <p:sldLayoutId id="2147484321" r:id="rId2"/>
    <p:sldLayoutId id="2147484322" r:id="rId3"/>
    <p:sldLayoutId id="2147484323" r:id="rId4"/>
    <p:sldLayoutId id="2147484324" r:id="rId5"/>
    <p:sldLayoutId id="2147484325" r:id="rId6"/>
    <p:sldLayoutId id="2147484326" r:id="rId7"/>
    <p:sldLayoutId id="2147484327" r:id="rId8"/>
    <p:sldLayoutId id="2147484328" r:id="rId9"/>
    <p:sldLayoutId id="2147484329" r:id="rId10"/>
    <p:sldLayoutId id="2147484330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31" r:id="rId1"/>
    <p:sldLayoutId id="2147484332" r:id="rId2"/>
    <p:sldLayoutId id="2147484333" r:id="rId3"/>
    <p:sldLayoutId id="2147484334" r:id="rId4"/>
    <p:sldLayoutId id="2147484335" r:id="rId5"/>
    <p:sldLayoutId id="2147484336" r:id="rId6"/>
    <p:sldLayoutId id="2147484337" r:id="rId7"/>
    <p:sldLayoutId id="2147484338" r:id="rId8"/>
    <p:sldLayoutId id="2147484339" r:id="rId9"/>
    <p:sldLayoutId id="2147484340" r:id="rId10"/>
    <p:sldLayoutId id="2147484341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6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42" r:id="rId1"/>
    <p:sldLayoutId id="2147484343" r:id="rId2"/>
    <p:sldLayoutId id="2147484344" r:id="rId3"/>
    <p:sldLayoutId id="2147484345" r:id="rId4"/>
    <p:sldLayoutId id="2147484346" r:id="rId5"/>
    <p:sldLayoutId id="2147484347" r:id="rId6"/>
    <p:sldLayoutId id="2147484348" r:id="rId7"/>
    <p:sldLayoutId id="2147484349" r:id="rId8"/>
    <p:sldLayoutId id="2147484350" r:id="rId9"/>
    <p:sldLayoutId id="2147484351" r:id="rId10"/>
    <p:sldLayoutId id="2147484352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6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772400" y="2768600"/>
            <a:ext cx="39624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53" r:id="rId1"/>
    <p:sldLayoutId id="2147484354" r:id="rId2"/>
    <p:sldLayoutId id="2147484355" r:id="rId3"/>
    <p:sldLayoutId id="2147484356" r:id="rId4"/>
    <p:sldLayoutId id="2147484357" r:id="rId5"/>
    <p:sldLayoutId id="2147484358" r:id="rId6"/>
    <p:sldLayoutId id="2147484359" r:id="rId7"/>
    <p:sldLayoutId id="2147484360" r:id="rId8"/>
    <p:sldLayoutId id="2147484361" r:id="rId9"/>
    <p:sldLayoutId id="2147484362" r:id="rId10"/>
    <p:sldLayoutId id="2147484363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6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64" r:id="rId1"/>
    <p:sldLayoutId id="2147484365" r:id="rId2"/>
    <p:sldLayoutId id="2147484366" r:id="rId3"/>
    <p:sldLayoutId id="2147484367" r:id="rId4"/>
    <p:sldLayoutId id="2147484368" r:id="rId5"/>
    <p:sldLayoutId id="2147484369" r:id="rId6"/>
    <p:sldLayoutId id="2147484370" r:id="rId7"/>
    <p:sldLayoutId id="2147484371" r:id="rId8"/>
    <p:sldLayoutId id="2147484372" r:id="rId9"/>
    <p:sldLayoutId id="2147484373" r:id="rId10"/>
    <p:sldLayoutId id="2147484374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6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1160463" y="-1160463"/>
            <a:ext cx="2330451" cy="2330451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39713" y="30163"/>
            <a:ext cx="2420937" cy="242093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" name="Donut 10"/>
          <p:cNvSpPr/>
          <p:nvPr/>
        </p:nvSpPr>
        <p:spPr>
          <a:xfrm rot="2315675">
            <a:off x="260098" y="1500554"/>
            <a:ext cx="1601020" cy="1568176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439863" y="0"/>
            <a:ext cx="11564937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</p:spPr>
        <p:txBody>
          <a:bodyPr lIns="130046" tIns="65023" rIns="130046" bIns="65023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345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2041525" y="2058988"/>
            <a:ext cx="10664825" cy="682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algn="r" eaLnBrk="1" latinLnBrk="0" hangingPunct="1">
              <a:defRPr kumimoji="0" sz="1700" smtClean="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fld id="{DF934E36-D68C-41C0-B698-58393200FF86}" type="datetimeFigureOut">
              <a:rPr lang="en-US"/>
              <a:pPr>
                <a:defRPr/>
              </a:pPr>
              <a:t>11/28/2025</a:t>
            </a:fld>
            <a:endParaRPr lang="en-US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eaLnBrk="1" latinLnBrk="0" hangingPunct="1">
              <a:defRPr kumimoji="0" sz="1700">
                <a:solidFill>
                  <a:schemeClr val="bg2">
                    <a:shade val="5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algn="ctr" eaLnBrk="1" latinLnBrk="0" hangingPunct="1">
              <a:defRPr kumimoji="0" sz="1700" smtClean="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fld id="{0AF91225-6B8A-4A10-AFA6-F845D109664A}" type="slidenum">
              <a:rPr lang="en-US"/>
              <a:pPr>
                <a:defRPr/>
              </a:pPr>
              <a:t>‹#›</a:t>
            </a:fld>
            <a:endParaRPr lang="en-US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443038" y="0"/>
            <a:ext cx="104775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75" r:id="rId1"/>
    <p:sldLayoutId id="2147484376" r:id="rId2"/>
    <p:sldLayoutId id="2147484377" r:id="rId3"/>
    <p:sldLayoutId id="2147484378" r:id="rId4"/>
    <p:sldLayoutId id="2147484379" r:id="rId5"/>
    <p:sldLayoutId id="2147484380" r:id="rId6"/>
    <p:sldLayoutId id="2147484381" r:id="rId7"/>
    <p:sldLayoutId id="2147484382" r:id="rId8"/>
    <p:sldLayoutId id="2147484383" r:id="rId9"/>
    <p:sldLayoutId id="2147484384" r:id="rId10"/>
    <p:sldLayoutId id="2147484385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61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9pPr>
      <a:extLst/>
    </p:titleStyle>
    <p:bodyStyle>
      <a:lvl1pPr marL="519113" indent="-401638" algn="l" rtl="0" fontAlgn="base">
        <a:spcBef>
          <a:spcPts val="8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909638" indent="-336550" algn="l" rtl="0" fontAlgn="base">
        <a:spcBef>
          <a:spcPts val="788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260475" indent="-3238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1560513" indent="-246063" algn="l" rtl="0" fontAlgn="base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6263" indent="-258763" algn="l" rtl="0" fontAlgn="base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145758" indent="-260092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4864" indent="-260092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2730965" indent="-260092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030071" indent="-260092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5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5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5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damiandeluca.com.ar/como-crear-funciones-con-javascript" TargetMode="External"/><Relationship Id="rId13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10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56.xml"/><Relationship Id="rId6" Type="http://schemas.openxmlformats.org/officeDocument/2006/relationships/hyperlink" Target="https://python3.wannaphong.com/2020/02/fastapi-framework-api-python.html?m=0" TargetMode="External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5" Type="http://schemas.openxmlformats.org/officeDocument/2006/relationships/image" Target="../media/image19.jpeg"/><Relationship Id="rId10" Type="http://schemas.openxmlformats.org/officeDocument/2006/relationships/hyperlink" Target="https://smlpoints.com/notes-vite-typescript-npm-package-development-template.html" TargetMode="External"/><Relationship Id="rId4" Type="http://schemas.openxmlformats.org/officeDocument/2006/relationships/hyperlink" Target="https://diegomariano.com/react/" TargetMode="External"/><Relationship Id="rId9" Type="http://schemas.openxmlformats.org/officeDocument/2006/relationships/image" Target="../media/image14.png"/><Relationship Id="rId1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6.xml"/><Relationship Id="rId6" Type="http://schemas.openxmlformats.org/officeDocument/2006/relationships/hyperlink" Target="https://www.devdummy.com/2017/11/resolved-git-error-object-is-empy-fatal.html" TargetMode="External"/><Relationship Id="rId5" Type="http://schemas.openxmlformats.org/officeDocument/2006/relationships/image" Target="../media/image24.gif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rhowd.com/techex/" TargetMode="Externa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56.xml"/><Relationship Id="rId5" Type="http://schemas.openxmlformats.org/officeDocument/2006/relationships/hyperlink" Target="https://freesvg.org/vector-graphics-of-brown-shades-guy-user-icon" TargetMode="Externa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zotope.com/en/learn/spatial-audio" TargetMode="External"/><Relationship Id="rId2" Type="http://schemas.openxmlformats.org/officeDocument/2006/relationships/hyperlink" Target="https://developer.mozilla.org/en-US/docs/Web/API/PannerNode" TargetMode="External"/><Relationship Id="rId1" Type="http://schemas.openxmlformats.org/officeDocument/2006/relationships/slideLayout" Target="../slideLayouts/slideLayout156.xml"/><Relationship Id="rId6" Type="http://schemas.openxmlformats.org/officeDocument/2006/relationships/hyperlink" Target="https://testdriven.io/blog/fastapi-react/" TargetMode="External"/><Relationship Id="rId5" Type="http://schemas.openxmlformats.org/officeDocument/2006/relationships/hyperlink" Target="https://ijsrem.com/download/bert-based-emotion-detection-and-real-time-content-recommendation-system-for-digital-mental-health-support/" TargetMode="External"/><Relationship Id="rId4" Type="http://schemas.openxmlformats.org/officeDocument/2006/relationships/hyperlink" Target="https://beatstorapon.com/blog/demucs-vs-spleeter-the-ultimate-guide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4"/>
          <p:cNvPicPr>
            <a:picLocks noChangeAspect="1" noChangeArrowheads="1"/>
          </p:cNvPicPr>
          <p:nvPr/>
        </p:nvPicPr>
        <p:blipFill>
          <a:blip r:embed="rId2"/>
          <a:srcRect t="18021" b="16660"/>
          <a:stretch>
            <a:fillRect/>
          </a:stretch>
        </p:blipFill>
        <p:spPr bwMode="auto">
          <a:xfrm>
            <a:off x="4273550" y="304800"/>
            <a:ext cx="5048250" cy="196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3"/>
          <p:cNvSpPr txBox="1">
            <a:spLocks noChangeArrowheads="1"/>
          </p:cNvSpPr>
          <p:nvPr/>
        </p:nvSpPr>
        <p:spPr bwMode="auto">
          <a:xfrm>
            <a:off x="1676400" y="2270125"/>
            <a:ext cx="10693400" cy="1143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+mj-lt"/>
                <a:ea typeface="+mj-ea"/>
                <a:cs typeface="+mj-cs"/>
                <a:sym typeface="Gill San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>
              <a:defRPr/>
            </a:pPr>
            <a:b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b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r>
              <a:rPr lang="en-US" altLang="en-US" sz="4200" b="1" kern="0" dirty="0">
                <a:solidFill>
                  <a:schemeClr val="accent5">
                    <a:lumMod val="25000"/>
                  </a:schemeClr>
                </a:solidFill>
                <a:latin typeface="Calibri" panose="020F0502020204030204" pitchFamily="34" charset="0"/>
              </a:rPr>
              <a:t>Faculty of Science &amp; Technology</a:t>
            </a:r>
          </a:p>
          <a:p>
            <a:pPr>
              <a:defRPr/>
            </a:pPr>
            <a:r>
              <a:rPr lang="en-US" altLang="en-US" sz="4200" b="1" kern="0" dirty="0">
                <a:solidFill>
                  <a:schemeClr val="accent5">
                    <a:lumMod val="25000"/>
                  </a:schemeClr>
                </a:solidFill>
                <a:latin typeface="Calibri" panose="020F0502020204030204" pitchFamily="34" charset="0"/>
              </a:rPr>
              <a:t>Jagran School of Computer Application</a:t>
            </a:r>
            <a:br>
              <a:rPr lang="en-US" altLang="en-US" sz="4200" b="1" kern="0" dirty="0">
                <a:solidFill>
                  <a:srgbClr val="FF0000"/>
                </a:solidFill>
                <a:latin typeface="Calibri" panose="020F0502020204030204" pitchFamily="34" charset="0"/>
              </a:rPr>
            </a:br>
            <a: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  <a:t>                                                            </a:t>
            </a:r>
            <a:b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endParaRPr lang="en-US" altLang="en-US" sz="4200" b="1" kern="0" dirty="0">
              <a:solidFill>
                <a:srgbClr val="0033CC"/>
              </a:solidFill>
              <a:latin typeface="Calibri" panose="020F0502020204030204" pitchFamily="34" charset="0"/>
            </a:endParaRPr>
          </a:p>
        </p:txBody>
      </p:sp>
      <p:sp>
        <p:nvSpPr>
          <p:cNvPr id="26629" name="TextBox 10"/>
          <p:cNvSpPr txBox="1">
            <a:spLocks noChangeArrowheads="1"/>
          </p:cNvSpPr>
          <p:nvPr/>
        </p:nvSpPr>
        <p:spPr bwMode="auto">
          <a:xfrm>
            <a:off x="4021235" y="3697288"/>
            <a:ext cx="516712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500" dirty="0"/>
              <a:t>Major Project Presentation</a:t>
            </a:r>
          </a:p>
        </p:txBody>
      </p:sp>
      <p:sp>
        <p:nvSpPr>
          <p:cNvPr id="26630" name="TextBox 11"/>
          <p:cNvSpPr txBox="1">
            <a:spLocks noChangeArrowheads="1"/>
          </p:cNvSpPr>
          <p:nvPr/>
        </p:nvSpPr>
        <p:spPr bwMode="auto">
          <a:xfrm>
            <a:off x="2425163" y="4442321"/>
            <a:ext cx="8745023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4400" b="1" dirty="0"/>
              <a:t>ORBITUNE – 3D Real-Like Experience</a:t>
            </a:r>
          </a:p>
        </p:txBody>
      </p:sp>
      <p:sp>
        <p:nvSpPr>
          <p:cNvPr id="26631" name="TextBox 12"/>
          <p:cNvSpPr txBox="1">
            <a:spLocks noChangeArrowheads="1"/>
          </p:cNvSpPr>
          <p:nvPr/>
        </p:nvSpPr>
        <p:spPr bwMode="auto">
          <a:xfrm>
            <a:off x="1403890" y="7010400"/>
            <a:ext cx="3996607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Under the Supervision of: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Mr.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Shivangee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Nagar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Asst. Prof., Dept. of CSE,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JLU-FAST</a:t>
            </a:r>
          </a:p>
          <a:p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32" name="TextBox 13"/>
          <p:cNvSpPr txBox="1">
            <a:spLocks noChangeArrowheads="1"/>
          </p:cNvSpPr>
          <p:nvPr/>
        </p:nvSpPr>
        <p:spPr bwMode="auto">
          <a:xfrm>
            <a:off x="8542997" y="6999849"/>
            <a:ext cx="53340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Yuvraj Singh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Kushwah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(2023BCAH062)</a:t>
            </a:r>
          </a:p>
          <a:p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Subhro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Pal (2023BCAH056)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Outline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041525" y="2058988"/>
            <a:ext cx="10664825" cy="4799012"/>
          </a:xfrm>
        </p:spPr>
        <p:txBody>
          <a:bodyPr/>
          <a:lstStyle/>
          <a:p>
            <a:r>
              <a:rPr lang="en-US" sz="2800" dirty="0"/>
              <a:t>Introduction </a:t>
            </a:r>
          </a:p>
          <a:p>
            <a:r>
              <a:rPr lang="en-US" sz="2800" dirty="0"/>
              <a:t>Importance and Need of Your Project</a:t>
            </a:r>
          </a:p>
          <a:p>
            <a:r>
              <a:rPr lang="en-US" sz="2800" dirty="0"/>
              <a:t>Contribution &amp; Role of Team Members</a:t>
            </a:r>
          </a:p>
          <a:p>
            <a:r>
              <a:rPr lang="en-US" sz="2800" dirty="0"/>
              <a:t>Features of your Project</a:t>
            </a:r>
          </a:p>
          <a:p>
            <a:r>
              <a:rPr lang="en-US" sz="2800" dirty="0"/>
              <a:t>Uniqueness of Project</a:t>
            </a:r>
          </a:p>
          <a:p>
            <a:r>
              <a:rPr lang="en-US" sz="2800" dirty="0"/>
              <a:t>Tools and Technologies</a:t>
            </a:r>
          </a:p>
          <a:p>
            <a:r>
              <a:rPr lang="en-US" sz="2800" dirty="0"/>
              <a:t>System/User requirements</a:t>
            </a:r>
          </a:p>
          <a:p>
            <a:r>
              <a:rPr lang="en-US" sz="2800" dirty="0"/>
              <a:t>Diagrams </a:t>
            </a:r>
          </a:p>
          <a:p>
            <a:r>
              <a:rPr lang="en-US" sz="2800" dirty="0"/>
              <a:t> Snapshots of the system</a:t>
            </a:r>
          </a:p>
          <a:p>
            <a:r>
              <a:rPr lang="en-US" sz="2800" dirty="0"/>
              <a:t>Conclusion</a:t>
            </a:r>
          </a:p>
          <a:p>
            <a:r>
              <a:rPr lang="en-US" sz="2800" dirty="0"/>
              <a:t>Future work</a:t>
            </a:r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pPr>
              <a:buFont typeface="Wingdings 2" pitchFamily="18" charset="2"/>
              <a:buNone/>
            </a:pPr>
            <a:r>
              <a:rPr lang="en-US" sz="4000" dirty="0"/>
              <a:t>  </a:t>
            </a:r>
          </a:p>
          <a:p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20847-0DEC-4B56-AF04-E1606A8495B6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BEAD75-D7A4-A2A8-8F61-E75C55C17E2E}"/>
              </a:ext>
            </a:extLst>
          </p:cNvPr>
          <p:cNvCxnSpPr>
            <a:cxnSpLocks/>
          </p:cNvCxnSpPr>
          <p:nvPr/>
        </p:nvCxnSpPr>
        <p:spPr>
          <a:xfrm>
            <a:off x="2288419" y="1127975"/>
            <a:ext cx="34469" cy="7254025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41029609-0E4C-8B72-3346-5AC4E6A7110C}"/>
              </a:ext>
            </a:extLst>
          </p:cNvPr>
          <p:cNvSpPr txBox="1">
            <a:spLocks/>
          </p:cNvSpPr>
          <p:nvPr/>
        </p:nvSpPr>
        <p:spPr bwMode="auto">
          <a:xfrm>
            <a:off x="2439325" y="1069464"/>
            <a:ext cx="8717453" cy="67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>
            <a:lvl1pPr marL="519113" indent="-401638" algn="l" rtl="0" fontAlgn="base">
              <a:spcBef>
                <a:spcPts val="8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sz="4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9638" indent="-336550" algn="l" rtl="0" fontAlgn="base">
              <a:spcBef>
                <a:spcPts val="788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0475" indent="-3238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0513" indent="-246063" algn="l" rtl="0" fontAlgn="base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46263" indent="-258763" algn="l" rtl="0" fontAlgn="base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5758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4864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0965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30071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17475" indent="0" algn="just">
              <a:buClr>
                <a:schemeClr val="accent5">
                  <a:lumMod val="60000"/>
                  <a:lumOff val="40000"/>
                </a:schemeClr>
              </a:buClr>
              <a:buNone/>
            </a:pPr>
            <a:r>
              <a:rPr lang="en-US" sz="2400" b="0" i="0" dirty="0">
                <a:effectLst/>
                <a:latin typeface="fkGroteskNeue"/>
              </a:rPr>
              <a:t>ORBITUNE is an AI-powered music platform that delivers 3D spatial audio, mood-based song transformation, and emotion-aware recommendations for an immersive, personalized listening experience.</a:t>
            </a:r>
          </a:p>
          <a:p>
            <a:pPr marL="117475" indent="0" algn="just">
              <a:buClr>
                <a:schemeClr val="accent5">
                  <a:lumMod val="60000"/>
                  <a:lumOff val="40000"/>
                </a:schemeClr>
              </a:buClr>
              <a:buNone/>
            </a:pPr>
            <a:endParaRPr lang="en-US" sz="2400" b="0" i="0" dirty="0">
              <a:effectLst/>
              <a:latin typeface="fkGroteskNeue"/>
            </a:endParaRPr>
          </a:p>
          <a:p>
            <a:pPr marL="117475" indent="0" algn="just">
              <a:buClr>
                <a:schemeClr val="accent5">
                  <a:lumMod val="60000"/>
                  <a:lumOff val="40000"/>
                </a:schemeClr>
              </a:buClr>
              <a:buNone/>
            </a:pPr>
            <a:r>
              <a:rPr lang="en-US" sz="2400" b="0" i="0" dirty="0">
                <a:effectLst/>
                <a:latin typeface="fkGroteskNeue"/>
              </a:rPr>
              <a:t>It bridges the gap between static stereo playback and interactive, adaptive audio by combining stem separation, real-time effects, and chatbot intelligence.</a:t>
            </a:r>
          </a:p>
          <a:p>
            <a:pPr marL="117475" indent="0" algn="just">
              <a:buClr>
                <a:schemeClr val="accent5">
                  <a:lumMod val="60000"/>
                  <a:lumOff val="40000"/>
                </a:schemeClr>
              </a:buClr>
              <a:buNone/>
            </a:pPr>
            <a:endParaRPr lang="en-US" sz="2400" b="0" i="0" dirty="0">
              <a:effectLst/>
              <a:latin typeface="fkGroteskNeue"/>
            </a:endParaRPr>
          </a:p>
          <a:p>
            <a:pPr marL="117475" indent="0" algn="just">
              <a:buClr>
                <a:schemeClr val="accent5">
                  <a:lumMod val="60000"/>
                  <a:lumOff val="40000"/>
                </a:schemeClr>
              </a:buClr>
              <a:buNone/>
            </a:pPr>
            <a:r>
              <a:rPr lang="en-US" sz="2400" b="0" i="0" dirty="0">
                <a:effectLst/>
                <a:latin typeface="fkGroteskNeue"/>
              </a:rPr>
              <a:t>The system runs on a modular stack (React + Web Audio API frontend, </a:t>
            </a:r>
            <a:r>
              <a:rPr lang="en-US" sz="2400" b="0" i="0" dirty="0" err="1">
                <a:effectLst/>
                <a:latin typeface="fkGroteskNeue"/>
              </a:rPr>
              <a:t>FastAPI</a:t>
            </a:r>
            <a:r>
              <a:rPr lang="en-US" sz="2400" b="0" i="0" dirty="0">
                <a:effectLst/>
                <a:latin typeface="fkGroteskNeue"/>
              </a:rPr>
              <a:t> + Python backend) designed for fast previews and background high-quality renders.</a:t>
            </a:r>
          </a:p>
          <a:p>
            <a:pPr marL="117475" indent="0" algn="just">
              <a:buClr>
                <a:schemeClr val="accent5">
                  <a:lumMod val="60000"/>
                  <a:lumOff val="40000"/>
                </a:schemeClr>
              </a:buClr>
              <a:buNone/>
            </a:pPr>
            <a:endParaRPr lang="en-US" sz="2400" b="0" i="0" dirty="0">
              <a:effectLst/>
              <a:latin typeface="fkGroteskNeue"/>
            </a:endParaRPr>
          </a:p>
          <a:p>
            <a:pPr marL="117475" indent="0" algn="just">
              <a:buClr>
                <a:schemeClr val="accent5">
                  <a:lumMod val="60000"/>
                  <a:lumOff val="40000"/>
                </a:schemeClr>
              </a:buClr>
              <a:buNone/>
            </a:pPr>
            <a:r>
              <a:rPr lang="en-US" sz="2400" b="0" i="0" dirty="0">
                <a:effectLst/>
                <a:latin typeface="fkGroteskNeue"/>
              </a:rPr>
              <a:t>Core focus: immersive sound, instant mood switching (rock/pop/classical/jazz/country), and recommendations that reflect real-time emotional context.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525" y="228600"/>
            <a:ext cx="4672035" cy="981075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Introduction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1419225" y="9504361"/>
            <a:ext cx="1244600" cy="282576"/>
          </a:xfrm>
        </p:spPr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82349" y="9517375"/>
            <a:ext cx="1457851" cy="28257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3560" y="9389526"/>
            <a:ext cx="649287" cy="425449"/>
          </a:xfrm>
        </p:spPr>
        <p:txBody>
          <a:bodyPr/>
          <a:lstStyle/>
          <a:p>
            <a:pPr>
              <a:defRPr/>
            </a:pPr>
            <a:fld id="{02DF365F-2B4E-4D13-91A1-3D0777D92EAD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11" name="Picture 10" descr="A logo with a musical note&#10;&#10;AI-generated content may be incorrect.">
            <a:extLst>
              <a:ext uri="{FF2B5EF4-FFF2-40B4-BE49-F238E27FC236}">
                <a16:creationId xmlns:a16="http://schemas.microsoft.com/office/drawing/2014/main" id="{F8ED0B99-EF0D-6F06-8681-3DA3D641DD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24" y="131944"/>
            <a:ext cx="1039010" cy="1038898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2F3A92EA-6ED7-A20B-9C18-A5EDF210F8BB}"/>
              </a:ext>
            </a:extLst>
          </p:cNvPr>
          <p:cNvSpPr/>
          <p:nvPr/>
        </p:nvSpPr>
        <p:spPr>
          <a:xfrm>
            <a:off x="2169450" y="1209675"/>
            <a:ext cx="269875" cy="228600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0D89BA2-C401-FBC1-69C3-0F5EBFF25168}"/>
              </a:ext>
            </a:extLst>
          </p:cNvPr>
          <p:cNvSpPr/>
          <p:nvPr/>
        </p:nvSpPr>
        <p:spPr>
          <a:xfrm>
            <a:off x="2187949" y="3276179"/>
            <a:ext cx="269875" cy="228600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92D1F41-CCAE-4AF6-48D3-19A4B6041B81}"/>
              </a:ext>
            </a:extLst>
          </p:cNvPr>
          <p:cNvSpPr/>
          <p:nvPr/>
        </p:nvSpPr>
        <p:spPr>
          <a:xfrm>
            <a:off x="2187948" y="4963161"/>
            <a:ext cx="269875" cy="228600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ABE982-AA3B-9975-27DD-5C5C1D3F2D34}"/>
              </a:ext>
            </a:extLst>
          </p:cNvPr>
          <p:cNvSpPr/>
          <p:nvPr/>
        </p:nvSpPr>
        <p:spPr>
          <a:xfrm>
            <a:off x="2193925" y="6642072"/>
            <a:ext cx="269875" cy="228600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0166" y="531352"/>
            <a:ext cx="6300917" cy="533399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dirty="0">
                <a:solidFill>
                  <a:schemeClr val="tx2">
                    <a:satMod val="130000"/>
                  </a:schemeClr>
                </a:solidFill>
              </a:rPr>
              <a:t>Importance &amp; Need of Your Project</a:t>
            </a:r>
            <a:br>
              <a:rPr lang="en-US" sz="3200" dirty="0">
                <a:solidFill>
                  <a:schemeClr val="tx2">
                    <a:satMod val="130000"/>
                  </a:schemeClr>
                </a:solidFill>
              </a:rPr>
            </a:br>
            <a:endParaRPr lang="en-US" sz="3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1549400" y="9427961"/>
            <a:ext cx="1244600" cy="349250"/>
          </a:xfrm>
        </p:spPr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94000" y="9484529"/>
            <a:ext cx="1498600" cy="282576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77756" y="9471024"/>
            <a:ext cx="649287" cy="282576"/>
          </a:xfrm>
        </p:spPr>
        <p:txBody>
          <a:bodyPr/>
          <a:lstStyle/>
          <a:p>
            <a:pPr>
              <a:defRPr/>
            </a:pPr>
            <a:fld id="{5D9B236B-D843-460E-9B08-27A6C6C7AE32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36542-01D4-FAE8-6AF1-D817D3041C8A}"/>
              </a:ext>
            </a:extLst>
          </p:cNvPr>
          <p:cNvSpPr txBox="1">
            <a:spLocks/>
          </p:cNvSpPr>
          <p:nvPr/>
        </p:nvSpPr>
        <p:spPr bwMode="auto">
          <a:xfrm>
            <a:off x="1554393" y="1031789"/>
            <a:ext cx="11272607" cy="701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>
            <a:lvl1pPr marL="519113" indent="-401638" algn="l" rtl="0" fontAlgn="base">
              <a:spcBef>
                <a:spcPts val="8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sz="4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9638" indent="-336550" algn="l" rtl="0" fontAlgn="base">
              <a:spcBef>
                <a:spcPts val="788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0475" indent="-3238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0513" indent="-246063" algn="l" rtl="0" fontAlgn="base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46263" indent="-258763" algn="l" rtl="0" fontAlgn="base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5758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4864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0965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30071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17475" indent="0" algn="l">
              <a:buNone/>
            </a:pPr>
            <a:r>
              <a:rPr lang="en-US" sz="3200" b="0" i="0" dirty="0">
                <a:effectLst/>
                <a:latin typeface="fkGrotesk"/>
              </a:rPr>
              <a:t>❌ Problems                           We                                    Solve ✅ 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21ADF86-326B-03AD-35DE-2C1AD3B8425D}"/>
              </a:ext>
            </a:extLst>
          </p:cNvPr>
          <p:cNvGrpSpPr/>
          <p:nvPr/>
        </p:nvGrpSpPr>
        <p:grpSpPr>
          <a:xfrm>
            <a:off x="5420179" y="1859061"/>
            <a:ext cx="2813727" cy="2781616"/>
            <a:chOff x="1802354" y="4712964"/>
            <a:chExt cx="1853484" cy="180539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46F485E-F610-61C7-9C40-A1E1BCAED186}"/>
                </a:ext>
              </a:extLst>
            </p:cNvPr>
            <p:cNvSpPr/>
            <p:nvPr/>
          </p:nvSpPr>
          <p:spPr>
            <a:xfrm>
              <a:off x="1802354" y="4712964"/>
              <a:ext cx="1853484" cy="180539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A hand holding a phone&#10;&#10;AI-generated content may be incorrect.">
              <a:extLst>
                <a:ext uri="{FF2B5EF4-FFF2-40B4-BE49-F238E27FC236}">
                  <a16:creationId xmlns:a16="http://schemas.microsoft.com/office/drawing/2014/main" id="{1ACBDC4E-F147-CE45-DD9E-D0B5588AD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9857" y="4793036"/>
              <a:ext cx="1663477" cy="1645249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E9D003-0B1A-F2A9-C9A7-BF27F710DC5D}"/>
              </a:ext>
            </a:extLst>
          </p:cNvPr>
          <p:cNvGrpSpPr/>
          <p:nvPr/>
        </p:nvGrpSpPr>
        <p:grpSpPr>
          <a:xfrm>
            <a:off x="5420179" y="5665042"/>
            <a:ext cx="2813727" cy="2781616"/>
            <a:chOff x="1925125" y="5760939"/>
            <a:chExt cx="2813727" cy="278161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5A63BAB-0F87-1437-8941-21262F3257D8}"/>
                </a:ext>
              </a:extLst>
            </p:cNvPr>
            <p:cNvSpPr/>
            <p:nvPr/>
          </p:nvSpPr>
          <p:spPr>
            <a:xfrm>
              <a:off x="1925125" y="5760939"/>
              <a:ext cx="2813727" cy="278161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 descr="A collage of a person in headphones&#10;&#10;AI-generated content may be incorrect.">
              <a:extLst>
                <a:ext uri="{FF2B5EF4-FFF2-40B4-BE49-F238E27FC236}">
                  <a16:creationId xmlns:a16="http://schemas.microsoft.com/office/drawing/2014/main" id="{29C6F0C9-C906-94A5-6CDB-366A65280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5582" y="5860207"/>
              <a:ext cx="2614705" cy="2614705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E586734-1E36-DDB6-D4BE-2A8CA5680AEE}"/>
              </a:ext>
            </a:extLst>
          </p:cNvPr>
          <p:cNvSpPr txBox="1"/>
          <p:nvPr/>
        </p:nvSpPr>
        <p:spPr>
          <a:xfrm>
            <a:off x="1546585" y="3872805"/>
            <a:ext cx="3736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ID" sz="28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6CABCEF-4601-0198-D813-3BE703400F92}"/>
              </a:ext>
            </a:extLst>
          </p:cNvPr>
          <p:cNvGrpSpPr/>
          <p:nvPr/>
        </p:nvGrpSpPr>
        <p:grpSpPr>
          <a:xfrm>
            <a:off x="1523988" y="1828800"/>
            <a:ext cx="11480812" cy="7085533"/>
            <a:chOff x="1523988" y="1828800"/>
            <a:chExt cx="11480812" cy="708553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9C43046-5E39-8DFD-0B3B-02F9A5A6E32D}"/>
                </a:ext>
              </a:extLst>
            </p:cNvPr>
            <p:cNvSpPr txBox="1"/>
            <p:nvPr/>
          </p:nvSpPr>
          <p:spPr>
            <a:xfrm>
              <a:off x="1523988" y="1864872"/>
              <a:ext cx="373661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/>
                <a:t>Stereo listening feels flat and non-immersive. </a:t>
              </a:r>
              <a:endParaRPr lang="en-ID" sz="28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702B1E5-3DAB-B5C9-0054-431458602F04}"/>
                </a:ext>
              </a:extLst>
            </p:cNvPr>
            <p:cNvSpPr txBox="1"/>
            <p:nvPr/>
          </p:nvSpPr>
          <p:spPr>
            <a:xfrm>
              <a:off x="8556985" y="1828800"/>
              <a:ext cx="4346215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/>
                <a:t>ORBITUNE converts tracks to spatial 3D mixes so sound has depth and movement.</a:t>
              </a:r>
              <a:endParaRPr lang="en-ID" sz="28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9AB3193-BDF6-EA64-0AFC-6263E2CCB25B}"/>
                </a:ext>
              </a:extLst>
            </p:cNvPr>
            <p:cNvSpPr txBox="1"/>
            <p:nvPr/>
          </p:nvSpPr>
          <p:spPr>
            <a:xfrm>
              <a:off x="8556985" y="3876995"/>
              <a:ext cx="373661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/>
                <a:t>Cached derivatives and a queued HQ render pipeline</a:t>
              </a:r>
              <a:endParaRPr lang="en-ID" sz="28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EFB2F0-6932-D312-E287-B9DA05974E40}"/>
                </a:ext>
              </a:extLst>
            </p:cNvPr>
            <p:cNvSpPr txBox="1"/>
            <p:nvPr/>
          </p:nvSpPr>
          <p:spPr>
            <a:xfrm>
              <a:off x="1546585" y="3872805"/>
              <a:ext cx="373661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/>
                <a:t>High-quality spatial rendering is slow and costly.</a:t>
              </a:r>
              <a:endParaRPr lang="en-ID" sz="28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448D0EC-E6B9-8A5E-97FA-9C1BA8D3540B}"/>
                </a:ext>
              </a:extLst>
            </p:cNvPr>
            <p:cNvSpPr txBox="1"/>
            <p:nvPr/>
          </p:nvSpPr>
          <p:spPr>
            <a:xfrm>
              <a:off x="1549400" y="6248400"/>
              <a:ext cx="373661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/>
                <a:t>Songs are fixed to one style.</a:t>
              </a:r>
              <a:endParaRPr lang="en-ID" sz="28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DCA4F9-EAF2-1674-640E-6FA1E0D0B33C}"/>
                </a:ext>
              </a:extLst>
            </p:cNvPr>
            <p:cNvSpPr txBox="1"/>
            <p:nvPr/>
          </p:nvSpPr>
          <p:spPr>
            <a:xfrm>
              <a:off x="8556985" y="6236677"/>
              <a:ext cx="4447815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/>
                <a:t>ORBITUNE does stem-level mood conversion (drum/instrument swaps, EQ, reverb) so a song can sound rock, pop, classical, etc.</a:t>
              </a:r>
              <a:endParaRPr lang="en-ID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17397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015AE-AB58-EC6A-AEB2-1981DDCCD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CFC2-B4CF-A736-2092-CCB8EA399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166" y="531352"/>
            <a:ext cx="6300917" cy="533399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dirty="0">
                <a:solidFill>
                  <a:schemeClr val="tx2">
                    <a:satMod val="130000"/>
                  </a:schemeClr>
                </a:solidFill>
              </a:rPr>
              <a:t>Importance &amp; Need of Your Project</a:t>
            </a:r>
            <a:br>
              <a:rPr lang="en-US" sz="3200" dirty="0">
                <a:solidFill>
                  <a:schemeClr val="tx2">
                    <a:satMod val="130000"/>
                  </a:schemeClr>
                </a:solidFill>
              </a:rPr>
            </a:br>
            <a:endParaRPr lang="en-US" sz="3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65366-1561-1843-D495-53ABA93DD42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1549400" y="9427961"/>
            <a:ext cx="1244600" cy="349250"/>
          </a:xfrm>
        </p:spPr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11/28/2025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28F8D-3BE7-0E2B-C582-406D9C172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94000" y="9484529"/>
            <a:ext cx="1498600" cy="282576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18858-91D7-0DDA-4A88-06FED1EE0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756" y="9471024"/>
            <a:ext cx="649287" cy="282576"/>
          </a:xfrm>
        </p:spPr>
        <p:txBody>
          <a:bodyPr/>
          <a:lstStyle/>
          <a:p>
            <a:pPr>
              <a:defRPr/>
            </a:pPr>
            <a:fld id="{5D9B236B-D843-460E-9B08-27A6C6C7AE32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7888E-AB83-86D5-43D1-364D5B648F06}"/>
              </a:ext>
            </a:extLst>
          </p:cNvPr>
          <p:cNvSpPr txBox="1">
            <a:spLocks/>
          </p:cNvSpPr>
          <p:nvPr/>
        </p:nvSpPr>
        <p:spPr bwMode="auto">
          <a:xfrm>
            <a:off x="1554393" y="1031789"/>
            <a:ext cx="11272607" cy="701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>
            <a:lvl1pPr marL="519113" indent="-401638" algn="l" rtl="0" fontAlgn="base">
              <a:spcBef>
                <a:spcPts val="8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sz="4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9638" indent="-336550" algn="l" rtl="0" fontAlgn="base">
              <a:spcBef>
                <a:spcPts val="788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0475" indent="-3238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0513" indent="-246063" algn="l" rtl="0" fontAlgn="base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46263" indent="-258763" algn="l" rtl="0" fontAlgn="base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5758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4864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0965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30071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17475" indent="0" algn="l">
              <a:buNone/>
            </a:pPr>
            <a:r>
              <a:rPr lang="en-US" sz="3200" b="0" i="0" dirty="0">
                <a:effectLst/>
                <a:latin typeface="fkGrotesk"/>
              </a:rPr>
              <a:t>❌ Problems                           We                                    Solve✅ 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F7C87C6-1461-BBB4-BAC1-243C8258387C}"/>
              </a:ext>
            </a:extLst>
          </p:cNvPr>
          <p:cNvGrpSpPr/>
          <p:nvPr/>
        </p:nvGrpSpPr>
        <p:grpSpPr>
          <a:xfrm>
            <a:off x="5420179" y="1859061"/>
            <a:ext cx="2813727" cy="2781616"/>
            <a:chOff x="1802354" y="4712964"/>
            <a:chExt cx="1853484" cy="180539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5B39AB7-1CA3-1D0E-0AA5-C2F425D072D9}"/>
                </a:ext>
              </a:extLst>
            </p:cNvPr>
            <p:cNvSpPr/>
            <p:nvPr/>
          </p:nvSpPr>
          <p:spPr>
            <a:xfrm>
              <a:off x="1802354" y="4712964"/>
              <a:ext cx="1853484" cy="180539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A hand holding a phone&#10;&#10;AI-generated content may be incorrect.">
              <a:extLst>
                <a:ext uri="{FF2B5EF4-FFF2-40B4-BE49-F238E27FC236}">
                  <a16:creationId xmlns:a16="http://schemas.microsoft.com/office/drawing/2014/main" id="{C2A9799B-9811-79E6-10C5-F9360FFAB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9857" y="4793036"/>
              <a:ext cx="1663477" cy="1645249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FB19618-556B-074F-9B30-AD816992FCD8}"/>
              </a:ext>
            </a:extLst>
          </p:cNvPr>
          <p:cNvSpPr txBox="1"/>
          <p:nvPr/>
        </p:nvSpPr>
        <p:spPr>
          <a:xfrm>
            <a:off x="1546585" y="3872805"/>
            <a:ext cx="3736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ID" sz="28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69758E6-A7DD-950F-F17A-BAAF808CFE92}"/>
              </a:ext>
            </a:extLst>
          </p:cNvPr>
          <p:cNvGrpSpPr/>
          <p:nvPr/>
        </p:nvGrpSpPr>
        <p:grpSpPr>
          <a:xfrm>
            <a:off x="1523988" y="1828800"/>
            <a:ext cx="11607812" cy="1692771"/>
            <a:chOff x="1523988" y="1828800"/>
            <a:chExt cx="11607812" cy="169277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D24C0E-AA2A-894C-ADD0-62EE79A35B8E}"/>
                </a:ext>
              </a:extLst>
            </p:cNvPr>
            <p:cNvSpPr txBox="1"/>
            <p:nvPr/>
          </p:nvSpPr>
          <p:spPr>
            <a:xfrm>
              <a:off x="1523988" y="1864872"/>
              <a:ext cx="373661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ID" sz="2800" dirty="0"/>
                <a:t>Recommendations ignore current feelings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AD78B68-5B2E-1198-AECB-6D7CBF1C2784}"/>
                </a:ext>
              </a:extLst>
            </p:cNvPr>
            <p:cNvSpPr txBox="1"/>
            <p:nvPr/>
          </p:nvSpPr>
          <p:spPr>
            <a:xfrm>
              <a:off x="8556985" y="1828800"/>
              <a:ext cx="4574815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600" dirty="0"/>
                <a:t>ORBITUNE’s chatbot (integrated) detects text mood and suggests 3D tracks matched to that emotion.</a:t>
              </a:r>
              <a:endParaRPr lang="en-ID" sz="2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6040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96364-A858-A91F-BB98-FA492D948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38137"/>
            <a:ext cx="8991600" cy="1057275"/>
          </a:xfrm>
        </p:spPr>
        <p:txBody>
          <a:bodyPr>
            <a:noAutofit/>
          </a:bodyPr>
          <a:lstStyle/>
          <a:p>
            <a:r>
              <a:rPr lang="en-US" sz="3200" dirty="0"/>
              <a:t>Contribution &amp; Role of Team Members</a:t>
            </a:r>
            <a:br>
              <a:rPr lang="en-US" sz="3200" dirty="0"/>
            </a:br>
            <a:endParaRPr lang="en-US" sz="32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7759AFB-B2E3-92D3-85FE-4D15FE6441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0241721"/>
              </p:ext>
            </p:extLst>
          </p:nvPr>
        </p:nvGraphicFramePr>
        <p:xfrm>
          <a:off x="2012189" y="1219200"/>
          <a:ext cx="10664825" cy="6827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38505-4649-B31E-5990-A3474B35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C916301-D8E6-44ED-8531-942AC157633F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E95AE-F49F-97A4-5E29-F0B86DCE0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21075-21BB-36B7-FD7E-AE8070A2F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B0594AA6-947F-154E-813B-2CECA1A3D4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5971257"/>
              </p:ext>
            </p:extLst>
          </p:nvPr>
        </p:nvGraphicFramePr>
        <p:xfrm>
          <a:off x="2012188" y="4419600"/>
          <a:ext cx="10664825" cy="6827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9312D8F-B26C-34DC-C56D-15666AC88E81}"/>
              </a:ext>
            </a:extLst>
          </p:cNvPr>
          <p:cNvSpPr txBox="1"/>
          <p:nvPr/>
        </p:nvSpPr>
        <p:spPr>
          <a:xfrm>
            <a:off x="1569434" y="7802394"/>
            <a:ext cx="113305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0" i="0" dirty="0">
                <a:effectLst/>
                <a:latin typeface="fkGrotesk"/>
              </a:rPr>
              <a:t>	🤝 Shared Responsibilities</a:t>
            </a:r>
          </a:p>
          <a:p>
            <a:pPr algn="l"/>
            <a:r>
              <a:rPr lang="en-US" sz="2400" b="0" i="0" dirty="0">
                <a:effectLst/>
                <a:latin typeface="fkGroteskNeue"/>
              </a:rPr>
              <a:t>		Testing &amp; Debugging	       	Documentation 		Deployment </a:t>
            </a:r>
          </a:p>
        </p:txBody>
      </p:sp>
    </p:spTree>
    <p:extLst>
      <p:ext uri="{BB962C8B-B14F-4D97-AF65-F5344CB8AC3E}">
        <p14:creationId xmlns:p14="http://schemas.microsoft.com/office/powerpoint/2010/main" val="3083653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9400" y="54445"/>
            <a:ext cx="4953000" cy="628459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>
                <a:solidFill>
                  <a:schemeClr val="tx2">
                    <a:satMod val="130000"/>
                  </a:schemeClr>
                </a:solidFill>
              </a:rPr>
              <a:t>Features of your Project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1397000" y="9397206"/>
            <a:ext cx="1320800" cy="349250"/>
          </a:xfrm>
        </p:spPr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6200" y="9498012"/>
            <a:ext cx="4117975" cy="248444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73800" y="9404350"/>
            <a:ext cx="649287" cy="349250"/>
          </a:xfrm>
        </p:spPr>
        <p:txBody>
          <a:bodyPr/>
          <a:lstStyle/>
          <a:p>
            <a:pPr>
              <a:defRPr/>
            </a:pPr>
            <a:fld id="{79DE0DCC-54CC-417F-8E5E-3E4F6E53ECD7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27B45-5414-5C27-1A1B-677F64131466}"/>
              </a:ext>
            </a:extLst>
          </p:cNvPr>
          <p:cNvSpPr txBox="1">
            <a:spLocks/>
          </p:cNvSpPr>
          <p:nvPr/>
        </p:nvSpPr>
        <p:spPr bwMode="auto">
          <a:xfrm>
            <a:off x="1701800" y="788003"/>
            <a:ext cx="3909007" cy="628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>
            <a:lvl1pPr marL="519113" indent="-401638" algn="l" rtl="0" fontAlgn="base">
              <a:spcBef>
                <a:spcPts val="8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sz="4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9638" indent="-336550" algn="l" rtl="0" fontAlgn="base">
              <a:spcBef>
                <a:spcPts val="788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0475" indent="-3238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0513" indent="-246063" algn="l" rtl="0" fontAlgn="base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46263" indent="-258763" algn="l" rtl="0" fontAlgn="base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5758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4864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0965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30071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17475" indent="0" algn="l">
              <a:buNone/>
            </a:pPr>
            <a:r>
              <a:rPr lang="en-US" sz="3600" b="0" i="0" dirty="0">
                <a:effectLst/>
                <a:latin typeface="fkGrotesk"/>
              </a:rPr>
              <a:t>🌟 Core Features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D75618-B61E-A107-D126-A2287169A67B}"/>
              </a:ext>
            </a:extLst>
          </p:cNvPr>
          <p:cNvSpPr/>
          <p:nvPr/>
        </p:nvSpPr>
        <p:spPr>
          <a:xfrm>
            <a:off x="2081191" y="1738828"/>
            <a:ext cx="1853484" cy="18053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headphones in a rainbow swirl&#10;&#10;AI-generated content may be incorrect.">
            <a:extLst>
              <a:ext uri="{FF2B5EF4-FFF2-40B4-BE49-F238E27FC236}">
                <a16:creationId xmlns:a16="http://schemas.microsoft.com/office/drawing/2014/main" id="{A64C81D2-7697-0F9A-4017-9CF57B019C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954" y="1828546"/>
            <a:ext cx="1625958" cy="1625958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FB09883-EE7C-34BB-3ADA-CCF8438A9B44}"/>
              </a:ext>
            </a:extLst>
          </p:cNvPr>
          <p:cNvSpPr txBox="1">
            <a:spLocks/>
          </p:cNvSpPr>
          <p:nvPr/>
        </p:nvSpPr>
        <p:spPr bwMode="auto">
          <a:xfrm>
            <a:off x="3911600" y="1650925"/>
            <a:ext cx="4684713" cy="667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>
            <a:lvl1pPr marL="519113" indent="-401638" algn="l" rtl="0" fontAlgn="base">
              <a:spcBef>
                <a:spcPts val="8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sz="4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9638" indent="-336550" algn="l" rtl="0" fontAlgn="base">
              <a:spcBef>
                <a:spcPts val="788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0475" indent="-3238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0513" indent="-246063" algn="l" rtl="0" fontAlgn="base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46263" indent="-258763" algn="l" rtl="0" fontAlgn="base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5758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4864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0965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30071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73088" lvl="1" indent="0">
              <a:buNone/>
            </a:pP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Immersive 3D sound:</a:t>
            </a:r>
          </a:p>
          <a:p>
            <a:pPr marL="573088" lvl="1" indent="0">
              <a:buNone/>
            </a:pPr>
            <a:endParaRPr lang="en-US" sz="28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3613D9-51BF-FFC0-21BA-1A7D2E2CFBB6}"/>
              </a:ext>
            </a:extLst>
          </p:cNvPr>
          <p:cNvSpPr txBox="1"/>
          <p:nvPr/>
        </p:nvSpPr>
        <p:spPr>
          <a:xfrm>
            <a:off x="4559300" y="2286000"/>
            <a:ext cx="64389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Separates song parts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 places each sound in 3D so music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feels around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your head.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Uses realistic room reverb so distance and space feel natural.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Lets you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preview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instantly in the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browser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lvl="0" algn="just"/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D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8C45BD-6D15-6AFC-D5A5-DB4A6EA9F142}"/>
              </a:ext>
            </a:extLst>
          </p:cNvPr>
          <p:cNvSpPr/>
          <p:nvPr/>
        </p:nvSpPr>
        <p:spPr>
          <a:xfrm>
            <a:off x="1549400" y="1524000"/>
            <a:ext cx="10972800" cy="67818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FDB04CC-FFD7-3C73-A3FA-0C3FDDF78168}"/>
              </a:ext>
            </a:extLst>
          </p:cNvPr>
          <p:cNvCxnSpPr>
            <a:cxnSpLocks/>
          </p:cNvCxnSpPr>
          <p:nvPr/>
        </p:nvCxnSpPr>
        <p:spPr>
          <a:xfrm>
            <a:off x="1549400" y="4114800"/>
            <a:ext cx="109728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0C30BD3-A23F-7411-DA00-991272C642BF}"/>
              </a:ext>
            </a:extLst>
          </p:cNvPr>
          <p:cNvCxnSpPr>
            <a:cxnSpLocks/>
          </p:cNvCxnSpPr>
          <p:nvPr/>
        </p:nvCxnSpPr>
        <p:spPr>
          <a:xfrm>
            <a:off x="4292600" y="1524000"/>
            <a:ext cx="0" cy="259246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3F358A3-DE37-2638-4BAA-93EED83925FD}"/>
              </a:ext>
            </a:extLst>
          </p:cNvPr>
          <p:cNvCxnSpPr>
            <a:cxnSpLocks/>
          </p:cNvCxnSpPr>
          <p:nvPr/>
        </p:nvCxnSpPr>
        <p:spPr>
          <a:xfrm>
            <a:off x="9093200" y="4114800"/>
            <a:ext cx="0" cy="41910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714CE2A-FF22-B6A0-0831-3C5389E2E071}"/>
              </a:ext>
            </a:extLst>
          </p:cNvPr>
          <p:cNvSpPr/>
          <p:nvPr/>
        </p:nvSpPr>
        <p:spPr>
          <a:xfrm>
            <a:off x="9805295" y="4989925"/>
            <a:ext cx="1853484" cy="18053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headphones in a rainbow swirl&#10;&#10;AI-generated content may be incorrect.">
            <a:extLst>
              <a:ext uri="{FF2B5EF4-FFF2-40B4-BE49-F238E27FC236}">
                <a16:creationId xmlns:a16="http://schemas.microsoft.com/office/drawing/2014/main" id="{A79F43A7-CA65-38D6-78BA-2A042BE0D9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058" y="5079643"/>
            <a:ext cx="1625958" cy="1625958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920B4B6-BDA2-8A22-0AD0-D5DB855D01B7}"/>
              </a:ext>
            </a:extLst>
          </p:cNvPr>
          <p:cNvSpPr txBox="1">
            <a:spLocks/>
          </p:cNvSpPr>
          <p:nvPr/>
        </p:nvSpPr>
        <p:spPr bwMode="auto">
          <a:xfrm>
            <a:off x="1419535" y="4500216"/>
            <a:ext cx="7620000" cy="667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>
            <a:lvl1pPr marL="519113" indent="-401638" algn="l" rtl="0" fontAlgn="base">
              <a:spcBef>
                <a:spcPts val="8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sz="4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9638" indent="-336550" algn="l" rtl="0" fontAlgn="base">
              <a:spcBef>
                <a:spcPts val="788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0475" indent="-3238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0513" indent="-246063" algn="l" rtl="0" fontAlgn="base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46263" indent="-258763" algn="l" rtl="0" fontAlgn="base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5758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4864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0965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30071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73088" lvl="1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chatbot + Personal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Recomendations</a:t>
            </a: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73088" lvl="1" indent="0">
              <a:buNone/>
            </a:pPr>
            <a:endParaRPr lang="en-US" sz="28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F72145-5028-2206-A443-B5F9A2033951}"/>
              </a:ext>
            </a:extLst>
          </p:cNvPr>
          <p:cNvSpPr txBox="1"/>
          <p:nvPr/>
        </p:nvSpPr>
        <p:spPr>
          <a:xfrm>
            <a:off x="2067235" y="5135291"/>
            <a:ext cx="64389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You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type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you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feel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The chatbot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understands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suggests songs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that match that mood.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Uses what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you already listen to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so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suggestions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fit your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taste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Gives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short, clear reasons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 each suggestions.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(so that it feels personal)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Keeps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your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settings and history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locally and only stores what you allow.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D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51735-D677-140A-1152-DF783838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338137"/>
            <a:ext cx="7889875" cy="1057275"/>
          </a:xfrm>
        </p:spPr>
        <p:txBody>
          <a:bodyPr>
            <a:normAutofit/>
          </a:bodyPr>
          <a:lstStyle/>
          <a:p>
            <a:r>
              <a:rPr lang="en-US" sz="4400" dirty="0"/>
              <a:t>Uniqueness of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543D5-7EB6-C8DD-100F-730E588B1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7000" y="1676400"/>
            <a:ext cx="7543800" cy="2514600"/>
          </a:xfrm>
        </p:spPr>
        <p:txBody>
          <a:bodyPr/>
          <a:lstStyle/>
          <a:p>
            <a:pPr marL="117475" indent="0" algn="l">
              <a:buNone/>
            </a:pP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 Technologies Combined: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3D Audio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Mood Change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Chat bot (Song recommendations on the basis of understanding current human emotion)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4209F-081A-985A-378C-5296BA3F8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BD6140-706E-4E30-94B6-EC7C6A070F9C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E3F7A-D19D-02B4-A354-E46889E83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A6940-D751-28C7-370F-2BFE250E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4BA6D84-1772-413D-F2F2-135CCCBB2DEA}"/>
              </a:ext>
            </a:extLst>
          </p:cNvPr>
          <p:cNvSpPr txBox="1">
            <a:spLocks/>
          </p:cNvSpPr>
          <p:nvPr/>
        </p:nvSpPr>
        <p:spPr bwMode="auto">
          <a:xfrm>
            <a:off x="4978400" y="4876800"/>
            <a:ext cx="57912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>
            <a:lvl1pPr marL="519113" indent="-401638" algn="l" rtl="0" fontAlgn="base">
              <a:spcBef>
                <a:spcPts val="8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sz="4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9638" indent="-336550" algn="l" rtl="0" fontAlgn="base">
              <a:spcBef>
                <a:spcPts val="788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0475" indent="-3238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0513" indent="-246063" algn="l" rtl="0" fontAlgn="base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46263" indent="-258763" algn="l" rtl="0" fontAlgn="base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5758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4864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0965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30071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73088" lvl="1" indent="0">
              <a:buNone/>
            </a:pP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Innovation Points: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3D experience of any song.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Mood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-switching on any track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Emotion analysis (through user’s entered story)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A03D73-B2FA-5C4B-ECFB-4B3D9268BB21}"/>
              </a:ext>
            </a:extLst>
          </p:cNvPr>
          <p:cNvSpPr/>
          <p:nvPr/>
        </p:nvSpPr>
        <p:spPr>
          <a:xfrm>
            <a:off x="1982631" y="1688206"/>
            <a:ext cx="2813727" cy="278161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BD3E3D-F0B0-09DE-023F-D707DEB6BE95}"/>
              </a:ext>
            </a:extLst>
          </p:cNvPr>
          <p:cNvSpPr/>
          <p:nvPr/>
        </p:nvSpPr>
        <p:spPr>
          <a:xfrm>
            <a:off x="1997860" y="5029200"/>
            <a:ext cx="2813727" cy="278161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hand touching a screen&#10;&#10;AI-generated content may be incorrect.">
            <a:extLst>
              <a:ext uri="{FF2B5EF4-FFF2-40B4-BE49-F238E27FC236}">
                <a16:creationId xmlns:a16="http://schemas.microsoft.com/office/drawing/2014/main" id="{BED59CA3-54D7-3199-8E6F-B71916CA1D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0" y="1828800"/>
            <a:ext cx="2493866" cy="2493866"/>
          </a:xfrm>
          <a:prstGeom prst="rect">
            <a:avLst/>
          </a:prstGeom>
        </p:spPr>
      </p:pic>
      <p:pic>
        <p:nvPicPr>
          <p:cNvPr id="17" name="Picture 16" descr="A digital sphere with icons&#10;&#10;AI-generated content may be incorrect.">
            <a:extLst>
              <a:ext uri="{FF2B5EF4-FFF2-40B4-BE49-F238E27FC236}">
                <a16:creationId xmlns:a16="http://schemas.microsoft.com/office/drawing/2014/main" id="{B82CDB5D-4569-A567-99C0-31AE335CCB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789" y="5173075"/>
            <a:ext cx="2493866" cy="249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85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2041524" y="2016125"/>
            <a:ext cx="10664825" cy="6827837"/>
          </a:xfrm>
        </p:spPr>
        <p:txBody>
          <a:bodyPr/>
          <a:lstStyle/>
          <a:p>
            <a:r>
              <a:rPr lang="en-US" sz="3600" dirty="0"/>
              <a:t>For Frontend :</a:t>
            </a:r>
          </a:p>
          <a:p>
            <a:pPr marL="117475" indent="0">
              <a:buNone/>
            </a:pPr>
            <a:endParaRPr lang="en-US" dirty="0"/>
          </a:p>
          <a:p>
            <a:pPr marL="117475" indent="0">
              <a:buNone/>
            </a:pPr>
            <a:endParaRPr lang="en-US" dirty="0"/>
          </a:p>
          <a:p>
            <a:r>
              <a:rPr lang="en-US" sz="3600" dirty="0"/>
              <a:t>For Backend:</a:t>
            </a:r>
          </a:p>
          <a:p>
            <a:pPr marL="117475" indent="0">
              <a:buNone/>
            </a:pPr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Audio ML / Tools :</a:t>
            </a:r>
          </a:p>
          <a:p>
            <a:pPr marL="117475" indent="0">
              <a:buNone/>
            </a:pPr>
            <a:r>
              <a:rPr lang="en-US" sz="3600" dirty="0"/>
              <a:t>	</a:t>
            </a:r>
          </a:p>
          <a:p>
            <a:pPr marL="117475" indent="0">
              <a:buNone/>
            </a:pPr>
            <a:r>
              <a:rPr lang="en-US" sz="3600" dirty="0"/>
              <a:t>	</a:t>
            </a:r>
          </a:p>
          <a:p>
            <a:pPr marL="117475" indent="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Tools and Technologies</a:t>
            </a:r>
          </a:p>
        </p:txBody>
      </p:sp>
      <p:pic>
        <p:nvPicPr>
          <p:cNvPr id="10" name="Picture 9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84976324-2735-BD16-0D34-01C864663F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253" y="4876800"/>
            <a:ext cx="1058122" cy="105812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E12E0AD-6520-F3F3-19ED-8D4D4FB989EA}"/>
              </a:ext>
            </a:extLst>
          </p:cNvPr>
          <p:cNvGrpSpPr/>
          <p:nvPr/>
        </p:nvGrpSpPr>
        <p:grpSpPr>
          <a:xfrm>
            <a:off x="3029871" y="2682389"/>
            <a:ext cx="1530450" cy="1548593"/>
            <a:chOff x="2311400" y="2642056"/>
            <a:chExt cx="2042689" cy="199746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13A47F1-06B2-9280-D136-18D93F06F3C5}"/>
                </a:ext>
              </a:extLst>
            </p:cNvPr>
            <p:cNvSpPr/>
            <p:nvPr/>
          </p:nvSpPr>
          <p:spPr>
            <a:xfrm>
              <a:off x="2311400" y="2642056"/>
              <a:ext cx="2042689" cy="1997466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4F1FBAB7-3DD4-7542-AAE2-8863AB3AF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2495380" y="2764062"/>
              <a:ext cx="1674728" cy="1614763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FC43921-9956-0EEE-2832-67451A167EAB}"/>
              </a:ext>
            </a:extLst>
          </p:cNvPr>
          <p:cNvSpPr txBox="1"/>
          <p:nvPr/>
        </p:nvSpPr>
        <p:spPr>
          <a:xfrm>
            <a:off x="2511925" y="4257315"/>
            <a:ext cx="1530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00" dirty="0"/>
          </a:p>
        </p:txBody>
      </p:sp>
      <p:pic>
        <p:nvPicPr>
          <p:cNvPr id="15" name="Picture 14" descr="A close-up of a logo&#10;&#10;AI-generated content may be incorrect.">
            <a:extLst>
              <a:ext uri="{FF2B5EF4-FFF2-40B4-BE49-F238E27FC236}">
                <a16:creationId xmlns:a16="http://schemas.microsoft.com/office/drawing/2014/main" id="{E622416E-90E8-5A85-5210-9B37AA0D6D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102504" y="5122934"/>
            <a:ext cx="2877621" cy="104313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2B602160-C481-CAF2-923E-31AB6D887BA2}"/>
              </a:ext>
            </a:extLst>
          </p:cNvPr>
          <p:cNvGrpSpPr/>
          <p:nvPr/>
        </p:nvGrpSpPr>
        <p:grpSpPr>
          <a:xfrm>
            <a:off x="4902200" y="2819677"/>
            <a:ext cx="1419235" cy="1502254"/>
            <a:chOff x="5072010" y="2836501"/>
            <a:chExt cx="1419235" cy="150225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91201B1-782E-3DA0-C61D-067DC25FB87D}"/>
                </a:ext>
              </a:extLst>
            </p:cNvPr>
            <p:cNvSpPr txBox="1"/>
            <p:nvPr/>
          </p:nvSpPr>
          <p:spPr>
            <a:xfrm>
              <a:off x="5072010" y="3877090"/>
              <a:ext cx="14192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JavaScript</a:t>
              </a:r>
            </a:p>
          </p:txBody>
        </p:sp>
        <p:pic>
          <p:nvPicPr>
            <p:cNvPr id="25" name="Picture 24" descr="A yellow and black logo&#10;&#10;AI-generated content may be incorrect.">
              <a:extLst>
                <a:ext uri="{FF2B5EF4-FFF2-40B4-BE49-F238E27FC236}">
                  <a16:creationId xmlns:a16="http://schemas.microsoft.com/office/drawing/2014/main" id="{88EEDE8B-4414-3BF1-13C6-2E6BB85B79E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tretch>
              <a:fillRect/>
            </a:stretch>
          </p:blipFill>
          <p:spPr>
            <a:xfrm>
              <a:off x="5239513" y="2836501"/>
              <a:ext cx="1084228" cy="1084228"/>
            </a:xfrm>
            <a:prstGeom prst="rect">
              <a:avLst/>
            </a:prstGeom>
          </p:spPr>
        </p:pic>
      </p:grpSp>
      <p:pic>
        <p:nvPicPr>
          <p:cNvPr id="29" name="Picture 28" descr="A colorful triangle with lightning bolt in the middle&#10;&#10;AI-generated content may be incorrect.">
            <a:extLst>
              <a:ext uri="{FF2B5EF4-FFF2-40B4-BE49-F238E27FC236}">
                <a16:creationId xmlns:a16="http://schemas.microsoft.com/office/drawing/2014/main" id="{209A352A-26C0-0E5B-B770-093F2921BAF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6595238" y="2708935"/>
            <a:ext cx="1222383" cy="120449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D501949-E6F8-BDD2-B103-9DEEF0BA4FEB}"/>
              </a:ext>
            </a:extLst>
          </p:cNvPr>
          <p:cNvSpPr txBox="1"/>
          <p:nvPr/>
        </p:nvSpPr>
        <p:spPr>
          <a:xfrm>
            <a:off x="6721426" y="3860266"/>
            <a:ext cx="970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Vite</a:t>
            </a:r>
            <a:r>
              <a:rPr lang="en-US" sz="2400" dirty="0"/>
              <a:t> </a:t>
            </a:r>
            <a:r>
              <a:rPr lang="en-US" sz="2400" dirty="0" err="1"/>
              <a:t>Js</a:t>
            </a:r>
            <a:endParaRPr lang="en-US" sz="2400" dirty="0"/>
          </a:p>
        </p:txBody>
      </p:sp>
      <p:pic>
        <p:nvPicPr>
          <p:cNvPr id="33" name="Picture 32" descr="A purple shield with a white speaker icon&#10;&#10;AI-generated content may be incorrect.">
            <a:extLst>
              <a:ext uri="{FF2B5EF4-FFF2-40B4-BE49-F238E27FC236}">
                <a16:creationId xmlns:a16="http://schemas.microsoft.com/office/drawing/2014/main" id="{A2E6D680-1E44-C685-EB6A-EE757B3669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8179" y="2504430"/>
            <a:ext cx="2032000" cy="16256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74222C8-A3B3-C515-DBFC-D2085E1B1205}"/>
              </a:ext>
            </a:extLst>
          </p:cNvPr>
          <p:cNvSpPr txBox="1"/>
          <p:nvPr/>
        </p:nvSpPr>
        <p:spPr>
          <a:xfrm>
            <a:off x="7947659" y="3911425"/>
            <a:ext cx="2045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Web Audio Api</a:t>
            </a:r>
          </a:p>
        </p:txBody>
      </p:sp>
      <p:pic>
        <p:nvPicPr>
          <p:cNvPr id="36" name="Picture 35" descr="A unicorn with stars and a horn&#10;&#10;AI-generated content may be incorrect.">
            <a:extLst>
              <a:ext uri="{FF2B5EF4-FFF2-40B4-BE49-F238E27FC236}">
                <a16:creationId xmlns:a16="http://schemas.microsoft.com/office/drawing/2014/main" id="{C19C3405-B3DE-4566-07E6-B664D0B2BC6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125" y="4415850"/>
            <a:ext cx="1809149" cy="180914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CF31445-B0D5-B0F3-21C1-75DB7A646D8B}"/>
              </a:ext>
            </a:extLst>
          </p:cNvPr>
          <p:cNvSpPr txBox="1"/>
          <p:nvPr/>
        </p:nvSpPr>
        <p:spPr>
          <a:xfrm>
            <a:off x="2984253" y="5861910"/>
            <a:ext cx="1074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Python</a:t>
            </a:r>
          </a:p>
        </p:txBody>
      </p:sp>
      <p:pic>
        <p:nvPicPr>
          <p:cNvPr id="46" name="Picture 45" descr="A logo with text on it&#10;&#10;AI-generated content may be incorrect.">
            <a:extLst>
              <a:ext uri="{FF2B5EF4-FFF2-40B4-BE49-F238E27FC236}">
                <a16:creationId xmlns:a16="http://schemas.microsoft.com/office/drawing/2014/main" id="{65181263-1ECD-1DCB-9E79-9597053A89E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200" y="7020239"/>
            <a:ext cx="2276893" cy="934925"/>
          </a:xfrm>
          <a:prstGeom prst="rect">
            <a:avLst/>
          </a:prstGeom>
        </p:spPr>
      </p:pic>
      <p:pic>
        <p:nvPicPr>
          <p:cNvPr id="48" name="Picture 47" descr="A logo with a lightning bolt&#10;&#10;AI-generated content may be incorrect.">
            <a:extLst>
              <a:ext uri="{FF2B5EF4-FFF2-40B4-BE49-F238E27FC236}">
                <a16:creationId xmlns:a16="http://schemas.microsoft.com/office/drawing/2014/main" id="{4971DD40-1B03-5E42-A6B5-C97098E59C6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334" y="6930930"/>
            <a:ext cx="1380666" cy="1104532"/>
          </a:xfrm>
          <a:prstGeom prst="rect">
            <a:avLst/>
          </a:prstGeom>
        </p:spPr>
      </p:pic>
      <p:pic>
        <p:nvPicPr>
          <p:cNvPr id="7" name="Picture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79757B7A-82BC-0311-5D5E-EE94FCC1F511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322" y="2591990"/>
            <a:ext cx="1457908" cy="13338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F50E15-B6DE-913B-5D77-049AB5D479D6}"/>
              </a:ext>
            </a:extLst>
          </p:cNvPr>
          <p:cNvSpPr txBox="1"/>
          <p:nvPr/>
        </p:nvSpPr>
        <p:spPr>
          <a:xfrm>
            <a:off x="10535113" y="3899197"/>
            <a:ext cx="856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GSAP</a:t>
            </a:r>
          </a:p>
        </p:txBody>
      </p:sp>
      <p:pic>
        <p:nvPicPr>
          <p:cNvPr id="2050" name="Picture 2" descr="Brand assets - Hugging Face">
            <a:extLst>
              <a:ext uri="{FF2B5EF4-FFF2-40B4-BE49-F238E27FC236}">
                <a16:creationId xmlns:a16="http://schemas.microsoft.com/office/drawing/2014/main" id="{0227F48A-DC8B-BBDC-B1C7-7CAFB5AAC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4749" y="7099914"/>
            <a:ext cx="2881226" cy="76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GitHub - HanaokaYuzu/Gemini-API: ✨ Reverse-engineered Python API for Google  Gemini web app">
            <a:extLst>
              <a:ext uri="{FF2B5EF4-FFF2-40B4-BE49-F238E27FC236}">
                <a16:creationId xmlns:a16="http://schemas.microsoft.com/office/drawing/2014/main" id="{67688519-F3B4-D381-B1C6-A6B09322B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349" y="8383444"/>
            <a:ext cx="2038982" cy="94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27CD0-9DD1-5EC2-B96F-045ED1E75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1BC4-BD04-F7FF-84BB-2ED2175FF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525" y="-260419"/>
            <a:ext cx="10664825" cy="1625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Tools and Technologies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4B475AC2-05BB-4148-6732-34FE18ADC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601" y="914400"/>
            <a:ext cx="11080750" cy="8839200"/>
          </a:xfrm>
        </p:spPr>
        <p:txBody>
          <a:bodyPr/>
          <a:lstStyle/>
          <a:p>
            <a:r>
              <a:rPr lang="en-US" sz="3600" dirty="0"/>
              <a:t>For Storage:</a:t>
            </a:r>
          </a:p>
          <a:p>
            <a:pPr marL="117475" indent="0">
              <a:buNone/>
            </a:pPr>
            <a:endParaRPr lang="en-US" dirty="0"/>
          </a:p>
          <a:p>
            <a:pPr marL="117475" indent="0">
              <a:buNone/>
            </a:pPr>
            <a:endParaRPr lang="en-US" dirty="0"/>
          </a:p>
          <a:p>
            <a:pPr marL="117475" indent="0">
              <a:buNone/>
            </a:pPr>
            <a:endParaRPr lang="en-US" dirty="0"/>
          </a:p>
          <a:p>
            <a:r>
              <a:rPr lang="en-US" sz="3600" dirty="0"/>
              <a:t>Dev Tools:</a:t>
            </a:r>
          </a:p>
          <a:p>
            <a:endParaRPr lang="en-US" sz="3600" dirty="0"/>
          </a:p>
          <a:p>
            <a:pPr marL="117475" indent="0">
              <a:buNone/>
            </a:pPr>
            <a:r>
              <a:rPr lang="en-US" sz="3600" dirty="0"/>
              <a:t>	</a:t>
            </a:r>
          </a:p>
          <a:p>
            <a:pPr marL="117475" indent="0">
              <a:buNone/>
            </a:pPr>
            <a:endParaRPr lang="en-US" sz="3600" dirty="0"/>
          </a:p>
          <a:p>
            <a:pPr marL="117475" indent="0">
              <a:buNone/>
            </a:pPr>
            <a:endParaRPr lang="en-US" sz="3600" dirty="0"/>
          </a:p>
          <a:p>
            <a:pPr marL="117475" indent="0">
              <a:buNone/>
            </a:pPr>
            <a:endParaRPr lang="en-US" sz="3600" dirty="0"/>
          </a:p>
          <a:p>
            <a:pPr marL="117475" indent="0">
              <a:buNone/>
            </a:pPr>
            <a:endParaRPr lang="en-US" dirty="0"/>
          </a:p>
        </p:txBody>
      </p:sp>
      <p:pic>
        <p:nvPicPr>
          <p:cNvPr id="7" name="Picture 6" descr="A yellow folder with a black background&#10;&#10;AI-generated content may be incorrect.">
            <a:extLst>
              <a:ext uri="{FF2B5EF4-FFF2-40B4-BE49-F238E27FC236}">
                <a16:creationId xmlns:a16="http://schemas.microsoft.com/office/drawing/2014/main" id="{FCF69EE2-4AE1-EC4D-10FD-05C2E0ACA3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418" y="1867319"/>
            <a:ext cx="1345362" cy="13453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0F6D13-3515-BA46-E1D0-5378A835DB68}"/>
              </a:ext>
            </a:extLst>
          </p:cNvPr>
          <p:cNvSpPr txBox="1"/>
          <p:nvPr/>
        </p:nvSpPr>
        <p:spPr>
          <a:xfrm>
            <a:off x="2159000" y="3212681"/>
            <a:ext cx="2671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LOCAL FILE SYSTEM</a:t>
            </a:r>
          </a:p>
        </p:txBody>
      </p:sp>
      <p:pic>
        <p:nvPicPr>
          <p:cNvPr id="14" name="Picture 13" descr="A blue triangle with a cross&#10;&#10;AI-generated content may be incorrect.">
            <a:extLst>
              <a:ext uri="{FF2B5EF4-FFF2-40B4-BE49-F238E27FC236}">
                <a16:creationId xmlns:a16="http://schemas.microsoft.com/office/drawing/2014/main" id="{76F4382E-9879-95D7-F307-65E57711C2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43" y="4597106"/>
            <a:ext cx="2228534" cy="22285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2E6E561-B289-CED3-2A55-6F82933019F4}"/>
              </a:ext>
            </a:extLst>
          </p:cNvPr>
          <p:cNvSpPr txBox="1"/>
          <p:nvPr/>
        </p:nvSpPr>
        <p:spPr>
          <a:xfrm>
            <a:off x="2472250" y="6675438"/>
            <a:ext cx="1304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VS CODE</a:t>
            </a:r>
          </a:p>
        </p:txBody>
      </p:sp>
      <p:pic>
        <p:nvPicPr>
          <p:cNvPr id="24" name="Picture 23" descr="A black and white logo&#10;&#10;AI-generated content may be incorrect.">
            <a:extLst>
              <a:ext uri="{FF2B5EF4-FFF2-40B4-BE49-F238E27FC236}">
                <a16:creationId xmlns:a16="http://schemas.microsoft.com/office/drawing/2014/main" id="{2AD1A8C9-54BD-7D56-5AC9-C41CB598A7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CF7123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777255" y="4962073"/>
            <a:ext cx="29972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414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525" y="390525"/>
            <a:ext cx="7966075" cy="904875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400" dirty="0">
                <a:solidFill>
                  <a:schemeClr val="tx2">
                    <a:satMod val="130000"/>
                  </a:schemeClr>
                </a:solidFill>
              </a:rPr>
              <a:t>System/User requirements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E14003-694B-4BDF-99E7-63791028A110}" type="slidenum">
              <a:rPr lang="en-US"/>
              <a:pPr>
                <a:defRPr/>
              </a:pPr>
              <a:t>11</a:t>
            </a:fld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A6B4EE3-1EFA-335D-CF2E-96BFC1E4D222}"/>
              </a:ext>
            </a:extLst>
          </p:cNvPr>
          <p:cNvGrpSpPr/>
          <p:nvPr/>
        </p:nvGrpSpPr>
        <p:grpSpPr>
          <a:xfrm>
            <a:off x="2041524" y="2365596"/>
            <a:ext cx="10677525" cy="2324100"/>
            <a:chOff x="2041525" y="1752600"/>
            <a:chExt cx="10677525" cy="23241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AA0343D-2DBC-DFBF-C4E3-87EF202B3C25}"/>
                </a:ext>
              </a:extLst>
            </p:cNvPr>
            <p:cNvSpPr/>
            <p:nvPr/>
          </p:nvSpPr>
          <p:spPr>
            <a:xfrm>
              <a:off x="2041525" y="1752600"/>
              <a:ext cx="10664825" cy="2286000"/>
            </a:xfrm>
            <a:prstGeom prst="round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BCDCA8C-25E2-760C-31C3-784B17748904}"/>
                </a:ext>
              </a:extLst>
            </p:cNvPr>
            <p:cNvSpPr/>
            <p:nvPr/>
          </p:nvSpPr>
          <p:spPr>
            <a:xfrm>
              <a:off x="2692400" y="2133600"/>
              <a:ext cx="1600200" cy="1447799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 descr="A computer with a screen and a screen with colorful lights&#10;&#10;AI-generated content may be incorrect.">
              <a:extLst>
                <a:ext uri="{FF2B5EF4-FFF2-40B4-BE49-F238E27FC236}">
                  <a16:creationId xmlns:a16="http://schemas.microsoft.com/office/drawing/2014/main" id="{283E6ED2-6684-D3E2-1053-A943B025D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2864175" y="2257849"/>
              <a:ext cx="1314125" cy="1199727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D180195-6D16-449D-BEFF-5800E9A14EFF}"/>
                </a:ext>
              </a:extLst>
            </p:cNvPr>
            <p:cNvSpPr txBox="1"/>
            <p:nvPr/>
          </p:nvSpPr>
          <p:spPr>
            <a:xfrm>
              <a:off x="4673601" y="1953042"/>
              <a:ext cx="3505200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200" b="0" i="0" dirty="0">
                  <a:effectLst/>
                  <a:latin typeface="fkGroteskNeue"/>
                </a:rPr>
                <a:t>Hardware: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sz="2200" b="0" i="0" dirty="0">
                  <a:effectLst/>
                  <a:latin typeface="fkGroteskNeue"/>
                </a:rPr>
                <a:t> RAM: 8GB+ (16GB ideal)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sz="2200" b="0" i="0" dirty="0">
                  <a:effectLst/>
                  <a:latin typeface="fkGroteskNeue"/>
                </a:rPr>
                <a:t> CPU: Multi-core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sz="2200" b="0" i="0" dirty="0">
                  <a:effectLst/>
                  <a:latin typeface="fkGroteskNeue"/>
                </a:rPr>
                <a:t> Storage: 10GB+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sz="2200" b="0" i="0" dirty="0">
                  <a:effectLst/>
                  <a:latin typeface="fkGroteskNeue"/>
                </a:rPr>
                <a:t> Headphones: Required!</a:t>
              </a:r>
            </a:p>
            <a:p>
              <a:endParaRPr lang="en-US" sz="22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47EE817-EC3A-327A-3383-BC3612F61AB6}"/>
                </a:ext>
              </a:extLst>
            </p:cNvPr>
            <p:cNvSpPr txBox="1"/>
            <p:nvPr/>
          </p:nvSpPr>
          <p:spPr>
            <a:xfrm>
              <a:off x="8228950" y="1953042"/>
              <a:ext cx="449010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200" b="0" i="0" dirty="0">
                  <a:effectLst/>
                  <a:latin typeface="fkGroteskNeue"/>
                </a:rPr>
                <a:t>Software: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sz="2200" b="0" i="0" dirty="0">
                  <a:effectLst/>
                  <a:latin typeface="fkGroteskNeue"/>
                </a:rPr>
                <a:t> Browser: Chrome/Firefox/Safari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sz="2200" b="0" i="0" dirty="0">
                  <a:effectLst/>
                  <a:latin typeface="fkGroteskNeue"/>
                </a:rPr>
                <a:t> OS: Windows/Mac/Linux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sz="2200" b="0" i="0" dirty="0">
                  <a:effectLst/>
                  <a:latin typeface="fkGroteskNeue"/>
                </a:rPr>
                <a:t> Internet: Stable connection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A9B2706-9BD6-88A6-FD96-E99551885207}"/>
              </a:ext>
            </a:extLst>
          </p:cNvPr>
          <p:cNvGrpSpPr/>
          <p:nvPr/>
        </p:nvGrpSpPr>
        <p:grpSpPr>
          <a:xfrm>
            <a:off x="2041524" y="5976166"/>
            <a:ext cx="10664825" cy="2286000"/>
            <a:chOff x="2054225" y="5008960"/>
            <a:chExt cx="10664825" cy="22860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3BB7F9B-3EFB-84A9-3F15-5C68EF63B8F9}"/>
                </a:ext>
              </a:extLst>
            </p:cNvPr>
            <p:cNvSpPr/>
            <p:nvPr/>
          </p:nvSpPr>
          <p:spPr>
            <a:xfrm>
              <a:off x="2054225" y="5008960"/>
              <a:ext cx="10664825" cy="2286000"/>
            </a:xfrm>
            <a:prstGeom prst="round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1C95B20-B594-5FD0-C2A2-D3DADEDC90CD}"/>
                </a:ext>
              </a:extLst>
            </p:cNvPr>
            <p:cNvSpPr/>
            <p:nvPr/>
          </p:nvSpPr>
          <p:spPr>
            <a:xfrm>
              <a:off x="2721137" y="5428060"/>
              <a:ext cx="1600200" cy="1447799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2" name="Picture 21" descr="A white person icon on a black background&#10;&#10;AI-generated content may be incorrect.">
              <a:extLst>
                <a:ext uri="{FF2B5EF4-FFF2-40B4-BE49-F238E27FC236}">
                  <a16:creationId xmlns:a16="http://schemas.microsoft.com/office/drawing/2014/main" id="{3FB569B3-B11A-BF3E-B56B-9A3EBAFFD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2797337" y="5428060"/>
              <a:ext cx="1447800" cy="14478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B1CE087-32F1-4B5E-4153-CF8AFD56FD38}"/>
                </a:ext>
              </a:extLst>
            </p:cNvPr>
            <p:cNvSpPr txBox="1"/>
            <p:nvPr/>
          </p:nvSpPr>
          <p:spPr>
            <a:xfrm>
              <a:off x="4686301" y="5047060"/>
              <a:ext cx="3110147" cy="21236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en-US" sz="2200" b="0" i="0" dirty="0">
                <a:effectLst/>
                <a:latin typeface="fkGrotesk"/>
              </a:endParaRP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sz="2200" b="0" i="0" dirty="0">
                  <a:effectLst/>
                  <a:latin typeface="fkGroteskNeue"/>
                </a:rPr>
                <a:t> Quality headphones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sz="2200" b="0" i="0" dirty="0">
                  <a:effectLst/>
                  <a:latin typeface="fkGroteskNeue"/>
                </a:rPr>
                <a:t> Music files (MP3/WAV)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sz="2200" b="0" i="0" dirty="0">
                  <a:effectLst/>
                  <a:latin typeface="fkGroteskNeue"/>
                </a:rPr>
                <a:t> English text input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sz="2200" b="0" i="0" dirty="0">
                  <a:effectLst/>
                  <a:latin typeface="fkGroteskNeue"/>
                </a:rPr>
                <a:t> Basic computer skills</a:t>
              </a:r>
            </a:p>
            <a:p>
              <a:endParaRPr lang="en-US" sz="2200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E78C8907-9E20-6E83-C845-CFB3ACAB5816}"/>
              </a:ext>
            </a:extLst>
          </p:cNvPr>
          <p:cNvSpPr txBox="1"/>
          <p:nvPr/>
        </p:nvSpPr>
        <p:spPr>
          <a:xfrm>
            <a:off x="2281528" y="1550731"/>
            <a:ext cx="58464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SYSTEM REQUIREMENTES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48CD8F-1829-FA3F-2CD8-CC8D76D385C4}"/>
              </a:ext>
            </a:extLst>
          </p:cNvPr>
          <p:cNvSpPr txBox="1"/>
          <p:nvPr/>
        </p:nvSpPr>
        <p:spPr>
          <a:xfrm>
            <a:off x="2281528" y="5187733"/>
            <a:ext cx="525175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REQUIREMENTES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1" y="-26963"/>
            <a:ext cx="2635250" cy="812775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>
                <a:solidFill>
                  <a:schemeClr val="tx2">
                    <a:satMod val="130000"/>
                  </a:schemeClr>
                </a:solidFill>
              </a:rPr>
              <a:t>Diagrams</a:t>
            </a:r>
            <a:endParaRPr lang="en-US" sz="54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9FA64B-E05D-487D-A0AE-1EC1FA0F8AE9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C37E01-1AEB-473C-CF9E-B568A1071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0250" y="446880"/>
            <a:ext cx="5756275" cy="677863"/>
          </a:xfrm>
        </p:spPr>
        <p:txBody>
          <a:bodyPr/>
          <a:lstStyle/>
          <a:p>
            <a:pPr marL="117475" indent="0">
              <a:buNone/>
            </a:pPr>
            <a:r>
              <a:rPr lang="en-US" sz="3200" b="1" dirty="0"/>
              <a:t>Data Flow Diagram (DFD)</a:t>
            </a:r>
            <a:endParaRPr lang="en-ID" sz="3200" b="1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1B508A79-24B9-BB87-342C-F895E3137B3D}"/>
              </a:ext>
            </a:extLst>
          </p:cNvPr>
          <p:cNvSpPr txBox="1">
            <a:spLocks/>
          </p:cNvSpPr>
          <p:nvPr/>
        </p:nvSpPr>
        <p:spPr bwMode="auto">
          <a:xfrm>
            <a:off x="2006601" y="1303337"/>
            <a:ext cx="5410200" cy="52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>
            <a:lvl1pPr marL="519113" indent="-401638" algn="l" rtl="0" fontAlgn="base">
              <a:spcBef>
                <a:spcPts val="8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sz="4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9638" indent="-336550" algn="l" rtl="0" fontAlgn="base">
              <a:spcBef>
                <a:spcPts val="788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0475" indent="-3238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0513" indent="-246063" algn="l" rtl="0" fontAlgn="base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46263" indent="-258763" algn="l" rtl="0" fontAlgn="base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5758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4864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0965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30071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17475" indent="0" eaLnBrk="1" hangingPunct="1">
              <a:buFont typeface="Wingdings 2" pitchFamily="18" charset="2"/>
              <a:buNone/>
            </a:pPr>
            <a:r>
              <a:rPr lang="en-ID" sz="2400" b="1" kern="0" dirty="0">
                <a:effectLst/>
                <a:latin typeface="+mj-lt"/>
                <a:ea typeface="Times New Roman" panose="02020603050405020304" pitchFamily="18" charset="0"/>
              </a:rPr>
              <a:t>Level 0 DFD – Context Diagram</a:t>
            </a:r>
            <a:endParaRPr lang="en-ID" sz="2400" b="1" dirty="0">
              <a:latin typeface="+mj-lt"/>
            </a:endParaRPr>
          </a:p>
        </p:txBody>
      </p:sp>
      <p:pic>
        <p:nvPicPr>
          <p:cNvPr id="10" name="Picture 9" descr="A diagram of a system&#10;&#10;AI-generated content may be incorrect.">
            <a:extLst>
              <a:ext uri="{FF2B5EF4-FFF2-40B4-BE49-F238E27FC236}">
                <a16:creationId xmlns:a16="http://schemas.microsoft.com/office/drawing/2014/main" id="{83260288-4B99-04AB-401D-8105B9A284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38" y="2082823"/>
            <a:ext cx="12681924" cy="685800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6F9E0-A90F-9AF0-4B15-FF8D522C7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21497-0C9C-B614-1666-27FA3445D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151" y="-26963"/>
            <a:ext cx="2635250" cy="812775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>
                <a:solidFill>
                  <a:schemeClr val="tx2">
                    <a:satMod val="130000"/>
                  </a:schemeClr>
                </a:solidFill>
              </a:rPr>
              <a:t>Diagrams</a:t>
            </a:r>
            <a:endParaRPr lang="en-US" sz="54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0DA89-DA9D-358F-313C-DCB92BF0D3A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1B952-435D-C26C-5D93-C28667B18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3F15B-FE81-C224-24C7-63D99DC44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9FA64B-E05D-487D-A0AE-1EC1FA0F8AE9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11F6162-F782-941E-8450-2E06283B6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0250" y="446880"/>
            <a:ext cx="5756275" cy="677863"/>
          </a:xfrm>
        </p:spPr>
        <p:txBody>
          <a:bodyPr/>
          <a:lstStyle/>
          <a:p>
            <a:pPr marL="117475" indent="0">
              <a:buNone/>
            </a:pPr>
            <a:r>
              <a:rPr lang="en-US" sz="3200" b="1" dirty="0"/>
              <a:t>Data Flow Diagram (DFD)</a:t>
            </a:r>
            <a:endParaRPr lang="en-ID" sz="3200" b="1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D07B4A5-8CA0-57FB-ADA3-652BD3783F03}"/>
              </a:ext>
            </a:extLst>
          </p:cNvPr>
          <p:cNvSpPr txBox="1">
            <a:spLocks/>
          </p:cNvSpPr>
          <p:nvPr/>
        </p:nvSpPr>
        <p:spPr bwMode="auto">
          <a:xfrm>
            <a:off x="2006601" y="1303337"/>
            <a:ext cx="4800600" cy="60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>
            <a:lvl1pPr marL="519113" indent="-401638" algn="l" rtl="0" fontAlgn="base">
              <a:spcBef>
                <a:spcPts val="8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sz="4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9638" indent="-336550" algn="l" rtl="0" fontAlgn="base">
              <a:spcBef>
                <a:spcPts val="788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0475" indent="-3238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0513" indent="-246063" algn="l" rtl="0" fontAlgn="base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46263" indent="-258763" algn="l" rtl="0" fontAlgn="base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5758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4864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0965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30071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17475" indent="0">
              <a:buNone/>
            </a:pPr>
            <a:r>
              <a:rPr lang="en-ID" sz="2400" b="1" dirty="0"/>
              <a:t>Level 1 DFD – Major Processes</a:t>
            </a:r>
            <a:endParaRPr lang="en-ID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A8BB89-9ACE-5175-6D24-1EBE3EA751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44" y="2083594"/>
            <a:ext cx="12192000" cy="65931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56509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16360-6E18-EB64-EFB6-CEC7A5DA7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2D34D-3E41-0573-A5D3-0A030644C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151" y="-26963"/>
            <a:ext cx="2635250" cy="812775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>
                <a:solidFill>
                  <a:schemeClr val="tx2">
                    <a:satMod val="130000"/>
                  </a:schemeClr>
                </a:solidFill>
              </a:rPr>
              <a:t>Diagrams</a:t>
            </a:r>
            <a:endParaRPr lang="en-US" sz="54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F2EBF-F3D5-667B-6EED-0E338CB80E0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FA9F2-9F83-C040-FC42-143C6CB7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EEBF0-D439-5150-B553-072C6713F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9FA64B-E05D-487D-A0AE-1EC1FA0F8AE9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1BAAEC-DA7F-DB52-73FF-59456271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0250" y="446880"/>
            <a:ext cx="5756275" cy="677863"/>
          </a:xfrm>
        </p:spPr>
        <p:txBody>
          <a:bodyPr/>
          <a:lstStyle/>
          <a:p>
            <a:pPr marL="117475" indent="0">
              <a:buNone/>
            </a:pPr>
            <a:r>
              <a:rPr lang="en-US" sz="3200" b="1" dirty="0"/>
              <a:t>Data Flow Diagram (DFD)</a:t>
            </a:r>
            <a:endParaRPr lang="en-ID" sz="3200" b="1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E1DDBF31-1054-FB8A-0312-07C4D44405B8}"/>
              </a:ext>
            </a:extLst>
          </p:cNvPr>
          <p:cNvSpPr txBox="1">
            <a:spLocks/>
          </p:cNvSpPr>
          <p:nvPr/>
        </p:nvSpPr>
        <p:spPr bwMode="auto">
          <a:xfrm>
            <a:off x="1668950" y="998656"/>
            <a:ext cx="5562599" cy="60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>
            <a:lvl1pPr marL="519113" indent="-401638" algn="l" rtl="0" fontAlgn="base">
              <a:spcBef>
                <a:spcPts val="8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sz="4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9638" indent="-336550" algn="l" rtl="0" fontAlgn="base">
              <a:spcBef>
                <a:spcPts val="788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0475" indent="-3238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0513" indent="-246063" algn="l" rtl="0" fontAlgn="base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46263" indent="-258763" algn="l" rtl="0" fontAlgn="base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5758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4864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0965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30071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73088" lvl="1" indent="0">
              <a:buNone/>
            </a:pPr>
            <a:r>
              <a:rPr lang="en-ID" sz="2000" b="1" dirty="0"/>
              <a:t>Level 2 DFD – Audio Processing</a:t>
            </a:r>
            <a:endParaRPr lang="en-ID" sz="1600" dirty="0"/>
          </a:p>
        </p:txBody>
      </p:sp>
      <p:pic>
        <p:nvPicPr>
          <p:cNvPr id="7" name="Picture 6" descr="A diagram of a flowchart&#10;&#10;AI-generated content may be incorrect.">
            <a:extLst>
              <a:ext uri="{FF2B5EF4-FFF2-40B4-BE49-F238E27FC236}">
                <a16:creationId xmlns:a16="http://schemas.microsoft.com/office/drawing/2014/main" id="{7275C261-DFBC-DFF9-C32E-39D1F079AE2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97" r="32293"/>
          <a:stretch>
            <a:fillRect/>
          </a:stretch>
        </p:blipFill>
        <p:spPr bwMode="auto">
          <a:xfrm>
            <a:off x="2898776" y="1503478"/>
            <a:ext cx="5557144" cy="8121070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7632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B13F7-AC1A-8EE7-7AFD-3F63E09A0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99E06-1989-05B9-A227-125239DAD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151" y="-26963"/>
            <a:ext cx="2635250" cy="812775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>
                <a:solidFill>
                  <a:schemeClr val="tx2">
                    <a:satMod val="130000"/>
                  </a:schemeClr>
                </a:solidFill>
              </a:rPr>
              <a:t>Diagrams</a:t>
            </a:r>
            <a:endParaRPr lang="en-US" sz="54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2B0B7-AE57-D951-FDCF-EA2BED26A1B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B8D2B-54FF-C84A-7386-6FA6518DC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BD9B4-C1AB-EBCA-994D-5452D5DFA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9FA64B-E05D-487D-A0AE-1EC1FA0F8AE9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FFB5AF7-D257-7D94-B237-EFB0D4CBB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0250" y="446880"/>
            <a:ext cx="5756275" cy="677863"/>
          </a:xfrm>
        </p:spPr>
        <p:txBody>
          <a:bodyPr/>
          <a:lstStyle/>
          <a:p>
            <a:pPr marL="117475" indent="0">
              <a:buNone/>
            </a:pPr>
            <a:r>
              <a:rPr lang="en-US" sz="3200" b="1" dirty="0"/>
              <a:t>Data Flow Diagram (DFD)</a:t>
            </a:r>
            <a:endParaRPr lang="en-ID" sz="3200" b="1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5496AE2B-CFA7-751B-38F0-B430F4B949D9}"/>
              </a:ext>
            </a:extLst>
          </p:cNvPr>
          <p:cNvSpPr txBox="1">
            <a:spLocks/>
          </p:cNvSpPr>
          <p:nvPr/>
        </p:nvSpPr>
        <p:spPr bwMode="auto">
          <a:xfrm>
            <a:off x="1668950" y="998656"/>
            <a:ext cx="5562599" cy="60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>
            <a:lvl1pPr marL="519113" indent="-401638" algn="l" rtl="0" fontAlgn="base">
              <a:spcBef>
                <a:spcPts val="85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sz="4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9638" indent="-336550" algn="l" rtl="0" fontAlgn="base">
              <a:spcBef>
                <a:spcPts val="788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60475" indent="-3238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0513" indent="-246063" algn="l" rtl="0" fontAlgn="base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46263" indent="-258763" algn="l" rtl="0" fontAlgn="base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5758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4864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0965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30071" indent="-260092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73088" lvl="1" indent="0">
              <a:buNone/>
            </a:pPr>
            <a:r>
              <a:rPr lang="en-US" sz="2000" b="1" dirty="0"/>
              <a:t>Level 2 DFD – Chatbot System</a:t>
            </a:r>
            <a:endParaRPr lang="en-ID" sz="1600" dirty="0"/>
          </a:p>
        </p:txBody>
      </p:sp>
      <p:pic>
        <p:nvPicPr>
          <p:cNvPr id="3" name="Picture 2" descr="A diagram of a company&#10;&#10;AI-generated content may be incorrect.">
            <a:extLst>
              <a:ext uri="{FF2B5EF4-FFF2-40B4-BE49-F238E27FC236}">
                <a16:creationId xmlns:a16="http://schemas.microsoft.com/office/drawing/2014/main" id="{DE6A7832-1ADB-CB47-F51E-F128FF9615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68" r="26339"/>
          <a:stretch>
            <a:fillRect/>
          </a:stretch>
        </p:blipFill>
        <p:spPr bwMode="auto">
          <a:xfrm>
            <a:off x="3225800" y="1458908"/>
            <a:ext cx="6553200" cy="8186742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91695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Snapshots of system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2FBB2D-B164-4589-9E72-AA90F3FF5095}" type="slidenum">
              <a:rPr lang="en-US"/>
              <a:pPr>
                <a:defRPr/>
              </a:pPr>
              <a:t>16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E0CD70-33AD-3648-B871-2847005C5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11187"/>
            <a:ext cx="13004800" cy="65518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CBE159-385C-9BFF-DF14-A164C2B7DC12}"/>
              </a:ext>
            </a:extLst>
          </p:cNvPr>
          <p:cNvSpPr txBox="1"/>
          <p:nvPr/>
        </p:nvSpPr>
        <p:spPr>
          <a:xfrm>
            <a:off x="1092200" y="1981200"/>
            <a:ext cx="10972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main dashboard of the project</a:t>
            </a:r>
            <a:endParaRPr lang="en-ID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Conclusion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hangingPunct="0"/>
            <a:r>
              <a:rPr lang="en-US" sz="3200" dirty="0"/>
              <a:t>ORBITUNE makes songs more immersive with 3D audio experience.</a:t>
            </a:r>
            <a:endParaRPr lang="en-ID" sz="3200" dirty="0"/>
          </a:p>
          <a:p>
            <a:pPr eaLnBrk="0" hangingPunct="0"/>
            <a:r>
              <a:rPr lang="en-US" sz="3200" dirty="0"/>
              <a:t>Users can change the mood of any song (rock, pop, jazz, etc.).</a:t>
            </a:r>
            <a:endParaRPr lang="en-ID" sz="1800" dirty="0"/>
          </a:p>
          <a:p>
            <a:pPr eaLnBrk="0" hangingPunct="0"/>
            <a:r>
              <a:rPr lang="en-US" sz="3200" dirty="0"/>
              <a:t>Integrated chatbot suggests music based on user’s emotions.</a:t>
            </a:r>
            <a:endParaRPr lang="en-ID" sz="1800" dirty="0"/>
          </a:p>
          <a:p>
            <a:pPr eaLnBrk="0" hangingPunct="0"/>
            <a:r>
              <a:rPr lang="en-US" sz="3200" dirty="0"/>
              <a:t>Simple design with previews, caching, and HQ renders.</a:t>
            </a:r>
            <a:endParaRPr lang="en-ID" sz="1800" dirty="0"/>
          </a:p>
          <a:p>
            <a:pPr eaLnBrk="0" hangingPunct="0"/>
            <a:r>
              <a:rPr lang="en-US" sz="3200" dirty="0"/>
              <a:t>Focused on user privacy with local JSON storage.</a:t>
            </a:r>
            <a:endParaRPr lang="en-ID" sz="1800" dirty="0"/>
          </a:p>
          <a:p>
            <a:pPr eaLnBrk="0" hangingPunct="0"/>
            <a:r>
              <a:rPr lang="en-US" sz="3200" dirty="0"/>
              <a:t>Suitable as a demo/academic project; can be expanded in future.</a:t>
            </a:r>
            <a:endParaRPr lang="en-ID" sz="1800" dirty="0">
              <a:effectLst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0ACB2A-1AEB-4C99-B4C0-C947DA6ACC4E}" type="slidenum">
              <a:rPr lang="en-US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523" y="-90486"/>
            <a:ext cx="10664825" cy="1625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Future Work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2041523" y="1390649"/>
            <a:ext cx="10664825" cy="6827837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fkGroteskNeue"/>
              </a:rPr>
              <a:t>Personalize spatial audio via HRTF presets and headphone profiles to improve localization.</a:t>
            </a:r>
          </a:p>
          <a:p>
            <a:pPr marL="117475" indent="0" algn="l">
              <a:buNone/>
            </a:pPr>
            <a:endParaRPr lang="en-US" sz="28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fkGroteskNeue"/>
              </a:rPr>
              <a:t>Expand mood/genre library and enhance tempo/pitch-aware transformations with higher-quality time-stretching.</a:t>
            </a:r>
          </a:p>
          <a:p>
            <a:pPr marL="117475" indent="0" algn="l">
              <a:buNone/>
            </a:pPr>
            <a:endParaRPr lang="en-US" sz="28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fkGroteskNeue"/>
              </a:rPr>
              <a:t>Add voice-based and multilingual emotion detection alongside current text models.</a:t>
            </a:r>
          </a:p>
          <a:p>
            <a:pPr marL="117475" indent="0" algn="l">
              <a:buNone/>
            </a:pPr>
            <a:endParaRPr lang="en-US" sz="28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fkGroteskNeue"/>
              </a:rPr>
              <a:t>Release mobile apps (iOS/Android) with on-device previews and cloud offload for heavy renders.</a:t>
            </a:r>
          </a:p>
          <a:p>
            <a:pPr marL="117475" indent="0" algn="l">
              <a:buNone/>
            </a:pPr>
            <a:endParaRPr lang="en-US" sz="28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fkGroteskNeue"/>
              </a:rPr>
              <a:t>Provide creator toolkit, licensing workflows, and partnerships for royalty-free/cleared catalogs.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FE1FDE-521C-4F4C-A81B-BF483B82FC14}" type="slidenum">
              <a:rPr lang="en-US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525" y="146050"/>
            <a:ext cx="4460875" cy="1057275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References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2041525" y="1295400"/>
            <a:ext cx="10664825" cy="6827837"/>
          </a:xfrm>
        </p:spPr>
        <p:txBody>
          <a:bodyPr/>
          <a:lstStyle/>
          <a:p>
            <a:r>
              <a:rPr lang="en-US" sz="2400" dirty="0"/>
              <a:t>MDN Web Docs — </a:t>
            </a:r>
            <a:r>
              <a:rPr lang="en-US" sz="2400" dirty="0" err="1"/>
              <a:t>PannerNode</a:t>
            </a:r>
            <a:r>
              <a:rPr lang="en-US" sz="2400" dirty="0"/>
              <a:t> (Web Audio API 3D spatialization): </a:t>
            </a:r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https://developer.mozilla.org/en-US/docs/Web/API/PannerNode</a:t>
            </a:r>
            <a:endParaRPr lang="en-US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endParaRPr lang="en-US" sz="2400" dirty="0"/>
          </a:p>
          <a:p>
            <a:r>
              <a:rPr lang="en-US" sz="2400" dirty="0" err="1"/>
              <a:t>iZotope</a:t>
            </a:r>
            <a:r>
              <a:rPr lang="en-US" sz="2400" dirty="0"/>
              <a:t> — Spatial audio, immersive audio, and 3D sound explained: </a:t>
            </a:r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https://www.izotope.com/en/learn/spatial-audio</a:t>
            </a:r>
            <a:endParaRPr lang="en-US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endParaRPr lang="en-US" sz="2400" dirty="0"/>
          </a:p>
          <a:p>
            <a:r>
              <a:rPr lang="en-US" sz="2400" dirty="0" err="1"/>
              <a:t>Demucs</a:t>
            </a:r>
            <a:r>
              <a:rPr lang="en-US" sz="2400" dirty="0"/>
              <a:t> vs </a:t>
            </a:r>
            <a:r>
              <a:rPr lang="en-US" sz="2400" dirty="0" err="1"/>
              <a:t>Spleeter</a:t>
            </a:r>
            <a:r>
              <a:rPr lang="en-US" sz="2400" dirty="0"/>
              <a:t> — The Ultimate Guide (stem separation comparison): </a:t>
            </a:r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https://beatstorapon.com/blog/demucs-vs-spleeter-the-ultimate-guide/</a:t>
            </a:r>
            <a:endParaRPr lang="en-US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endParaRPr lang="en-US" sz="2400" dirty="0"/>
          </a:p>
          <a:p>
            <a:r>
              <a:rPr lang="en-US" sz="2400" dirty="0"/>
              <a:t>IJSREM — BERT-Based Emotion Detection and Real-Time Content Recommendation: </a:t>
            </a:r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https://ijsrem.com/download/bert-based-emotion-detection-and-real-time-content-recommendation-system-for-digital-mental-health-support/</a:t>
            </a:r>
            <a:endParaRPr lang="en-US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endParaRPr lang="en-US" sz="2400" dirty="0"/>
          </a:p>
          <a:p>
            <a:r>
              <a:rPr lang="en-US" sz="2400" dirty="0"/>
              <a:t>TestDriven.io — Developing a Single Page App with </a:t>
            </a:r>
            <a:r>
              <a:rPr lang="en-US" sz="2400" dirty="0" err="1"/>
              <a:t>FastAPI</a:t>
            </a:r>
            <a:r>
              <a:rPr lang="en-US" sz="2400" dirty="0"/>
              <a:t> and React: </a:t>
            </a:r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https://testdriven.io/blog/fastapi-react/</a:t>
            </a:r>
            <a:endParaRPr lang="en-US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72755F-5E41-4CB4-A806-825AD38A65F3}" type="slidenum">
              <a:rPr lang="en-US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0AC3E-B81B-7AA8-043F-03D180BF9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0" y="3068638"/>
            <a:ext cx="7620000" cy="3225800"/>
          </a:xfrm>
        </p:spPr>
        <p:txBody>
          <a:bodyPr>
            <a:noAutofit/>
          </a:bodyPr>
          <a:lstStyle/>
          <a:p>
            <a:r>
              <a:rPr lang="en-US" sz="9600" dirty="0"/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0D7EB-BCDC-798E-AA37-82E1C813B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985F97-279B-4FFC-A3DA-BB4D3797EFE7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6A843-92B8-7BCA-4A3A-9F213F9A7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39CBB-95CF-DBB9-F2BB-38BF2EEC2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082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Title &amp; Subtitle">
  <a:themeElements>
    <a:clrScheme name="Title &amp; Subtit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Subtitle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itle &amp; Bullets">
  <a:themeElements>
    <a:clrScheme name="Title &amp; 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Bullets">
  <a:themeElements>
    <a:clrScheme name="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Photo - Horizontal">
  <a:themeElements>
    <a:clrScheme name="Photo - Horizont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Horizont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_Photo - Horizontal Reflection">
  <a:themeElements>
    <a:clrScheme name="Photo - Horizontal Reflec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Horizont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_Photo - Vertical">
  <a:themeElements>
    <a:clrScheme name="Photo - Vertic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Vert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_Photo - Vertical Reflection">
  <a:themeElements>
    <a:clrScheme name="Photo - Vertical Reflec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Vertic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_Title - Top">
  <a:themeElements>
    <a:clrScheme name="Title - To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Top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- 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_Title - Center">
  <a:themeElements>
    <a:clrScheme name="Title - Cente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Center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- Cen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_Title &amp; Bullets - Left">
  <a:themeElements>
    <a:clrScheme name="Title &amp; Bullets - Lef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Lef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Lef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_Title &amp; Bullets - 2 Column">
  <a:themeElements>
    <a:clrScheme name="Title &amp; Bullets - 2 Colum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2 Colum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2 Colum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_Title &amp; Bullets - Right">
  <a:themeElements>
    <a:clrScheme name="Title &amp; Bullets - Righ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Righ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Righ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_Title, Bullets &amp; Photo">
  <a:themeElements>
    <a:clrScheme name="Title, Bullets &amp; Phot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, Bullets &amp; Photo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, Bullets &amp; Phot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9527</TotalTime>
  <Pages>0</Pages>
  <Words>1023</Words>
  <Characters>0</Characters>
  <Application>Microsoft Office PowerPoint</Application>
  <PresentationFormat>Custom</PresentationFormat>
  <Lines>0</Lines>
  <Paragraphs>203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20</vt:i4>
      </vt:variant>
    </vt:vector>
  </HeadingPairs>
  <TitlesOfParts>
    <vt:vector size="45" baseType="lpstr">
      <vt:lpstr>Arial</vt:lpstr>
      <vt:lpstr>Calibri</vt:lpstr>
      <vt:lpstr>Courier New</vt:lpstr>
      <vt:lpstr>fkGrotesk</vt:lpstr>
      <vt:lpstr>fkGroteskNeue</vt:lpstr>
      <vt:lpstr>Gill Sans</vt:lpstr>
      <vt:lpstr>Gill Sans MT</vt:lpstr>
      <vt:lpstr>Times New Roman</vt:lpstr>
      <vt:lpstr>Verdana</vt:lpstr>
      <vt:lpstr>Wingdings 2</vt:lpstr>
      <vt:lpstr>Title &amp; Subtitle</vt:lpstr>
      <vt:lpstr>1_Title &amp; Bullets</vt:lpstr>
      <vt:lpstr>1_Blank</vt:lpstr>
      <vt:lpstr>1_Bullets</vt:lpstr>
      <vt:lpstr>1_Photo - Horizontal</vt:lpstr>
      <vt:lpstr>1_Photo - Horizontal Reflection</vt:lpstr>
      <vt:lpstr>1_Photo - Vertical</vt:lpstr>
      <vt:lpstr>1_Photo - Vertical Reflection</vt:lpstr>
      <vt:lpstr>1_Title - Top</vt:lpstr>
      <vt:lpstr>1_Title - Center</vt:lpstr>
      <vt:lpstr>1_Title &amp; Bullets - Left</vt:lpstr>
      <vt:lpstr>1_Title &amp; Bullets - 2 Column</vt:lpstr>
      <vt:lpstr>1_Title &amp; Bullets - Right</vt:lpstr>
      <vt:lpstr>1_Title, Bullets &amp; Photo</vt:lpstr>
      <vt:lpstr>Solstice</vt:lpstr>
      <vt:lpstr>PowerPoint Presentation</vt:lpstr>
      <vt:lpstr>Outline</vt:lpstr>
      <vt:lpstr>Introduction</vt:lpstr>
      <vt:lpstr>Importance &amp; Need of Your Project </vt:lpstr>
      <vt:lpstr>Importance &amp; Need of Your Project </vt:lpstr>
      <vt:lpstr>Contribution &amp; Role of Team Members </vt:lpstr>
      <vt:lpstr>Features of your Project</vt:lpstr>
      <vt:lpstr>Uniqueness of Project</vt:lpstr>
      <vt:lpstr>Tools and Technologies</vt:lpstr>
      <vt:lpstr>Tools and Technologies</vt:lpstr>
      <vt:lpstr>System/User requirements </vt:lpstr>
      <vt:lpstr>Diagrams</vt:lpstr>
      <vt:lpstr>Diagrams</vt:lpstr>
      <vt:lpstr>Diagrams</vt:lpstr>
      <vt:lpstr>Diagrams</vt:lpstr>
      <vt:lpstr>Snapshots of system</vt:lpstr>
      <vt:lpstr>Conclusion</vt:lpstr>
      <vt:lpstr>Future Work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Nafy</dc:creator>
  <cp:lastModifiedBy>yuvrajsk.bpl@gmail.com</cp:lastModifiedBy>
  <cp:revision>1043</cp:revision>
  <dcterms:modified xsi:type="dcterms:W3CDTF">2025-11-28T05:54:13Z</dcterms:modified>
</cp:coreProperties>
</file>